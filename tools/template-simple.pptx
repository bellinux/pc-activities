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English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This presentation is automatically generated. 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You can freely edit it and add any extra content you wish.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Español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Italiano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Questa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presentazione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è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generata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automaticamente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Puoi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liberamente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aggiungere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eventuali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contenuti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extra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che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desideri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