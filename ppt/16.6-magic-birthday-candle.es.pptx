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8CA"/>
    <a:srgbClr val="1D4ED8"/>
    <a:srgbClr val="A551F4"/>
    <a:srgbClr val="FFFFFF"/>
    <a:srgbClr val="A16207"/>
    <a:srgbClr val="000000"/>
    <a:srgbClr val="FACC15"/>
    <a:srgbClr val="FFC93C"/>
    <a:srgbClr val="05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7F994-7B23-4B30-9E0D-141B518001FB}" v="23" dt="2025-09-03T15:49:48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Bellino" userId="4d67f9ee-b7e6-436d-9ca9-011d058f5ab9" providerId="ADAL" clId="{D6D7F994-7B23-4B30-9E0D-141B518001FB}"/>
    <pc:docChg chg="undo custSel delSld modMainMaster">
      <pc:chgData name="Alessio Bellino" userId="4d67f9ee-b7e6-436d-9ca9-011d058f5ab9" providerId="ADAL" clId="{D6D7F994-7B23-4B30-9E0D-141B518001FB}" dt="2025-09-03T15:49:48.493" v="146" actId="404"/>
      <pc:docMkLst>
        <pc:docMk/>
      </pc:docMkLst>
      <pc:sldChg chg="del">
        <pc:chgData name="Alessio Bellino" userId="4d67f9ee-b7e6-436d-9ca9-011d058f5ab9" providerId="ADAL" clId="{D6D7F994-7B23-4B30-9E0D-141B518001FB}" dt="2025-08-27T01:13:29.985" v="83" actId="47"/>
        <pc:sldMkLst>
          <pc:docMk/>
          <pc:sldMk cId="1091577834" sldId="256"/>
        </pc:sldMkLst>
      </pc:sldChg>
      <pc:sldChg chg="del">
        <pc:chgData name="Alessio Bellino" userId="4d67f9ee-b7e6-436d-9ca9-011d058f5ab9" providerId="ADAL" clId="{D6D7F994-7B23-4B30-9E0D-141B518001FB}" dt="2025-08-27T01:13:28.949" v="82" actId="47"/>
        <pc:sldMkLst>
          <pc:docMk/>
          <pc:sldMk cId="0" sldId="25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8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9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0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1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2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3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4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5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6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8"/>
        </pc:sldMkLst>
      </pc:sldChg>
      <pc:sldMasterChg chg="modSldLayout">
        <pc:chgData name="Alessio Bellino" userId="4d67f9ee-b7e6-436d-9ca9-011d058f5ab9" providerId="ADAL" clId="{D6D7F994-7B23-4B30-9E0D-141B518001FB}" dt="2025-09-03T15:49:48.493" v="146" actId="404"/>
        <pc:sldMasterMkLst>
          <pc:docMk/>
          <pc:sldMasterMk cId="661577070" sldId="2147483648"/>
        </pc:sldMasterMkLst>
        <pc:sldLayoutChg chg="modSp mod">
          <pc:chgData name="Alessio Bellino" userId="4d67f9ee-b7e6-436d-9ca9-011d058f5ab9" providerId="ADAL" clId="{D6D7F994-7B23-4B30-9E0D-141B518001FB}" dt="2025-09-03T15:49:04.125" v="130" actId="403"/>
          <pc:sldLayoutMkLst>
            <pc:docMk/>
            <pc:sldMasterMk cId="661577070" sldId="2147483648"/>
            <pc:sldLayoutMk cId="552119573" sldId="2147483649"/>
          </pc:sldLayoutMkLst>
          <pc:spChg chg="mod">
            <ac:chgData name="Alessio Bellino" userId="4d67f9ee-b7e6-436d-9ca9-011d058f5ab9" providerId="ADAL" clId="{D6D7F994-7B23-4B30-9E0D-141B518001FB}" dt="2025-09-03T15:49:04.125" v="130" actId="403"/>
            <ac:spMkLst>
              <pc:docMk/>
              <pc:sldMasterMk cId="661577070" sldId="2147483648"/>
              <pc:sldLayoutMk cId="552119573" sldId="2147483649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12.824" v="119" actId="1035"/>
            <ac:spMkLst>
              <pc:docMk/>
              <pc:sldMasterMk cId="661577070" sldId="2147483648"/>
              <pc:sldLayoutMk cId="552119573" sldId="2147483649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8:48.805" v="127" actId="404"/>
          <pc:sldLayoutMkLst>
            <pc:docMk/>
            <pc:sldMasterMk cId="661577070" sldId="2147483648"/>
            <pc:sldLayoutMk cId="1168460104" sldId="2147483656"/>
          </pc:sldLayoutMkLst>
          <pc:spChg chg="mod">
            <ac:chgData name="Alessio Bellino" userId="4d67f9ee-b7e6-436d-9ca9-011d058f5ab9" providerId="ADAL" clId="{D6D7F994-7B23-4B30-9E0D-141B518001FB}" dt="2025-09-03T15:48:48.805" v="127" actId="404"/>
            <ac:spMkLst>
              <pc:docMk/>
              <pc:sldMasterMk cId="661577070" sldId="2147483648"/>
              <pc:sldLayoutMk cId="1168460104" sldId="2147483656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9.320" v="121" actId="207"/>
            <ac:spMkLst>
              <pc:docMk/>
              <pc:sldMasterMk cId="661577070" sldId="2147483648"/>
              <pc:sldLayoutMk cId="1168460104" sldId="2147483656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12.616" v="132" actId="404"/>
          <pc:sldLayoutMkLst>
            <pc:docMk/>
            <pc:sldMasterMk cId="661577070" sldId="2147483648"/>
            <pc:sldLayoutMk cId="892857456" sldId="2147483657"/>
          </pc:sldLayoutMkLst>
          <pc:spChg chg="mod">
            <ac:chgData name="Alessio Bellino" userId="4d67f9ee-b7e6-436d-9ca9-011d058f5ab9" providerId="ADAL" clId="{D6D7F994-7B23-4B30-9E0D-141B518001FB}" dt="2025-09-03T15:49:12.616" v="132" actId="404"/>
            <ac:spMkLst>
              <pc:docMk/>
              <pc:sldMasterMk cId="661577070" sldId="2147483648"/>
              <pc:sldLayoutMk cId="892857456" sldId="2147483657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3.023" v="120" actId="207"/>
            <ac:spMkLst>
              <pc:docMk/>
              <pc:sldMasterMk cId="661577070" sldId="2147483648"/>
              <pc:sldLayoutMk cId="892857456" sldId="2147483657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21.285" v="134" actId="404"/>
          <pc:sldLayoutMkLst>
            <pc:docMk/>
            <pc:sldMasterMk cId="661577070" sldId="2147483648"/>
            <pc:sldLayoutMk cId="2348620504" sldId="2147483658"/>
          </pc:sldLayoutMkLst>
          <pc:spChg chg="mod">
            <ac:chgData name="Alessio Bellino" userId="4d67f9ee-b7e6-436d-9ca9-011d058f5ab9" providerId="ADAL" clId="{D6D7F994-7B23-4B30-9E0D-141B518001FB}" dt="2025-09-03T15:49:21.285" v="134" actId="404"/>
            <ac:spMkLst>
              <pc:docMk/>
              <pc:sldMasterMk cId="661577070" sldId="2147483648"/>
              <pc:sldLayoutMk cId="2348620504" sldId="2147483658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1.370" v="113" actId="207"/>
            <ac:spMkLst>
              <pc:docMk/>
              <pc:sldMasterMk cId="661577070" sldId="2147483648"/>
              <pc:sldLayoutMk cId="2348620504" sldId="2147483658"/>
              <ac:spMk id="4" creationId="{A9CE6CAF-4FD0-1FA1-1965-C06A9FCE86EB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9:28.125" v="136" actId="404"/>
          <pc:sldLayoutMkLst>
            <pc:docMk/>
            <pc:sldMasterMk cId="661577070" sldId="2147483648"/>
            <pc:sldLayoutMk cId="1471266884" sldId="2147483659"/>
          </pc:sldLayoutMkLst>
          <pc:spChg chg="mod">
            <ac:chgData name="Alessio Bellino" userId="4d67f9ee-b7e6-436d-9ca9-011d058f5ab9" providerId="ADAL" clId="{D6D7F994-7B23-4B30-9E0D-141B518001FB}" dt="2025-09-03T15:49:28.125" v="136" actId="404"/>
            <ac:spMkLst>
              <pc:docMk/>
              <pc:sldMasterMk cId="661577070" sldId="2147483648"/>
              <pc:sldLayoutMk cId="1471266884" sldId="2147483659"/>
              <ac:spMk id="2" creationId="{D7FA4241-75AB-E168-9F15-606C0FA2D9CB}"/>
            </ac:spMkLst>
          </pc:spChg>
          <pc:spChg chg="add 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3" creationId="{F876292C-B4E7-FCE3-1E74-154C919298A3}"/>
            </ac:spMkLst>
          </pc:spChg>
          <pc:spChg chg="mod">
            <ac:chgData name="Alessio Bellino" userId="4d67f9ee-b7e6-436d-9ca9-011d058f5ab9" providerId="ADAL" clId="{D6D7F994-7B23-4B30-9E0D-141B518001FB}" dt="2025-09-03T15:29:00.979" v="112" actId="207"/>
            <ac:spMkLst>
              <pc:docMk/>
              <pc:sldMasterMk cId="661577070" sldId="2147483648"/>
              <pc:sldLayoutMk cId="1471266884" sldId="2147483659"/>
              <ac:spMk id="4" creationId="{A9CE6CAF-4FD0-1FA1-1965-C06A9FCE86EB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5" creationId="{6F44FAD5-85C0-5126-BEBB-39AE90164067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6" creationId="{5E15C401-2708-BE2C-313C-6E972121150A}"/>
            </ac:spMkLst>
          </pc:spChg>
          <pc:spChg chg="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10" creationId="{7EE5EA41-8A93-19E6-0938-921548C16043}"/>
            </ac:spMkLst>
          </pc:spChg>
          <pc:spChg chg="mod">
            <ac:chgData name="Alessio Bellino" userId="4d67f9ee-b7e6-436d-9ca9-011d058f5ab9" providerId="ADAL" clId="{D6D7F994-7B23-4B30-9E0D-141B518001FB}" dt="2025-08-27T01:11:37.001" v="74" actId="14100"/>
            <ac:spMkLst>
              <pc:docMk/>
              <pc:sldMasterMk cId="661577070" sldId="2147483648"/>
              <pc:sldLayoutMk cId="1471266884" sldId="2147483659"/>
              <ac:spMk id="13" creationId="{33A5CA17-0E07-7C00-D057-B222092BBE90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8:58.086" v="129" actId="403"/>
          <pc:sldLayoutMkLst>
            <pc:docMk/>
            <pc:sldMasterMk cId="661577070" sldId="2147483648"/>
            <pc:sldLayoutMk cId="1862163226" sldId="2147483660"/>
          </pc:sldLayoutMkLst>
          <pc:spChg chg="mod">
            <ac:chgData name="Alessio Bellino" userId="4d67f9ee-b7e6-436d-9ca9-011d058f5ab9" providerId="ADAL" clId="{D6D7F994-7B23-4B30-9E0D-141B518001FB}" dt="2025-09-03T15:48:58.086" v="129" actId="403"/>
            <ac:spMkLst>
              <pc:docMk/>
              <pc:sldMasterMk cId="661577070" sldId="2147483648"/>
              <pc:sldLayoutMk cId="1862163226" sldId="2147483660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32.545" v="122" actId="207"/>
            <ac:spMkLst>
              <pc:docMk/>
              <pc:sldMasterMk cId="661577070" sldId="2147483648"/>
              <pc:sldLayoutMk cId="1862163226" sldId="2147483660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6.430" v="140" actId="404"/>
          <pc:sldLayoutMkLst>
            <pc:docMk/>
            <pc:sldMasterMk cId="661577070" sldId="2147483648"/>
            <pc:sldLayoutMk cId="4274332006" sldId="2147483661"/>
          </pc:sldLayoutMkLst>
          <pc:spChg chg="mod">
            <ac:chgData name="Alessio Bellino" userId="4d67f9ee-b7e6-436d-9ca9-011d058f5ab9" providerId="ADAL" clId="{D6D7F994-7B23-4B30-9E0D-141B518001FB}" dt="2025-09-03T15:49:36.430" v="140" actId="404"/>
            <ac:spMkLst>
              <pc:docMk/>
              <pc:sldMasterMk cId="661577070" sldId="2147483648"/>
              <pc:sldLayoutMk cId="4274332006" sldId="2147483661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051" v="110" actId="207"/>
            <ac:spMkLst>
              <pc:docMk/>
              <pc:sldMasterMk cId="661577070" sldId="2147483648"/>
              <pc:sldLayoutMk cId="4274332006" sldId="2147483661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3.029" v="138" actId="404"/>
          <pc:sldLayoutMkLst>
            <pc:docMk/>
            <pc:sldMasterMk cId="661577070" sldId="2147483648"/>
            <pc:sldLayoutMk cId="708463557" sldId="2147483662"/>
          </pc:sldLayoutMkLst>
          <pc:spChg chg="mod">
            <ac:chgData name="Alessio Bellino" userId="4d67f9ee-b7e6-436d-9ca9-011d058f5ab9" providerId="ADAL" clId="{D6D7F994-7B23-4B30-9E0D-141B518001FB}" dt="2025-09-03T15:49:33.029" v="138" actId="404"/>
            <ac:spMkLst>
              <pc:docMk/>
              <pc:sldMasterMk cId="661577070" sldId="2147483648"/>
              <pc:sldLayoutMk cId="708463557" sldId="2147483662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547" v="111" actId="207"/>
            <ac:spMkLst>
              <pc:docMk/>
              <pc:sldMasterMk cId="661577070" sldId="2147483648"/>
              <pc:sldLayoutMk cId="708463557" sldId="2147483662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48.493" v="146" actId="404"/>
          <pc:sldLayoutMkLst>
            <pc:docMk/>
            <pc:sldMasterMk cId="661577070" sldId="2147483648"/>
            <pc:sldLayoutMk cId="1162041891" sldId="2147483663"/>
          </pc:sldLayoutMkLst>
          <pc:spChg chg="mod">
            <ac:chgData name="Alessio Bellino" userId="4d67f9ee-b7e6-436d-9ca9-011d058f5ab9" providerId="ADAL" clId="{D6D7F994-7B23-4B30-9E0D-141B518001FB}" dt="2025-09-03T15:49:48.493" v="146" actId="404"/>
            <ac:spMkLst>
              <pc:docMk/>
              <pc:sldMasterMk cId="661577070" sldId="2147483648"/>
              <pc:sldLayoutMk cId="1162041891" sldId="2147483663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49:46.156" v="144" actId="403"/>
            <ac:spMkLst>
              <pc:docMk/>
              <pc:sldMasterMk cId="661577070" sldId="2147483648"/>
              <pc:sldLayoutMk cId="1162041891" sldId="2147483663"/>
              <ac:spMk id="6" creationId="{A414259A-EE28-0473-21CE-0257CE7539E5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 aprendido a usar eventos para cambiar variables y condicionales para tomar decisiones. ¡Ahora vamos a unirlo todo en un proyecto mágico! En esta misión, crearás el ciclo completo de un programa interactivo: un evento (tu soplo) cambiará el estado de una variable (`velaEncendida`), y un condicional leerá ese estado para decidir si la vela se muestra encendida o apagada. ¡Es hora de pedir un deseo y soplar!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Fíjate en la elegante separación de tareas. El bloque de evento `cuando el nivel de ruido detecta aumento repentino` solo se encarga de cambiar la variable `velaEncendida`. Mientras tanto, el `bucle principal` se ejecuta sin parar, y su bloque `si... sino...` solo se encarga de leer esa misma variable `velaEncendida` para decidir qué animación mostrar en la pantalla. ¡Es un trabajo en equipo perfecto, comunicado a través de una variable!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EBC41C-1973-BA75-6DA5-7476F2924EA7}"/>
              </a:ext>
            </a:extLst>
          </p:cNvPr>
          <p:cNvSpPr/>
          <p:nvPr userDrawn="1"/>
        </p:nvSpPr>
        <p:spPr>
          <a:xfrm>
            <a:off x="313509" y="1384663"/>
            <a:ext cx="11529241" cy="5130437"/>
          </a:xfrm>
          <a:prstGeom prst="roundRect">
            <a:avLst>
              <a:gd name="adj" fmla="val 3565"/>
            </a:avLst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250" y="332438"/>
            <a:ext cx="9702800" cy="498598"/>
          </a:xfrm>
        </p:spPr>
        <p:txBody>
          <a:bodyPr lIns="0" tIns="0" rIns="0" bIns="0" anchor="ctr" anchorCtr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2810-E0CF-406E-4F44-3A1E40441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394" y="3354907"/>
            <a:ext cx="2755326" cy="2828179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84945" y="1769366"/>
            <a:ext cx="7745054" cy="4413720"/>
          </a:xfrm>
          <a:prstGeom prst="roundRect">
            <a:avLst>
              <a:gd name="adj" fmla="val 3456"/>
            </a:avLst>
          </a:prstGeom>
          <a:noFill/>
          <a:ln w="571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9BB7E5-C85F-0334-276C-7C712C2ED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26" y="388103"/>
            <a:ext cx="1640124" cy="3697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9A8B7-BAF0-EF58-AC85-EFDE61C90324}"/>
              </a:ext>
            </a:extLst>
          </p:cNvPr>
          <p:cNvGrpSpPr/>
          <p:nvPr userDrawn="1"/>
        </p:nvGrpSpPr>
        <p:grpSpPr>
          <a:xfrm>
            <a:off x="719394" y="1776715"/>
            <a:ext cx="1383463" cy="1317216"/>
            <a:chOff x="1784610" y="2330845"/>
            <a:chExt cx="1383463" cy="131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A8E70E-EF90-8C91-7557-6DA5901AE857}"/>
                </a:ext>
              </a:extLst>
            </p:cNvPr>
            <p:cNvSpPr/>
            <p:nvPr userDrawn="1"/>
          </p:nvSpPr>
          <p:spPr>
            <a:xfrm>
              <a:off x="1784610" y="2330845"/>
              <a:ext cx="1383463" cy="1317216"/>
            </a:xfrm>
            <a:prstGeom prst="roundRect">
              <a:avLst>
                <a:gd name="adj" fmla="val 84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C78F5D-0C65-AD3C-3EA2-AE6C8BBC81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72559" y="2451078"/>
              <a:ext cx="807564" cy="107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11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-to-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17" y="352860"/>
            <a:ext cx="11489043" cy="498598"/>
          </a:xfrm>
        </p:spPr>
        <p:txBody>
          <a:bodyPr wrap="square" lIns="0" tIns="0" rIns="0" bIns="0" anchor="ctr" anchorCtr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41138" y="1197600"/>
            <a:ext cx="9331959" cy="531805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29" y="405753"/>
            <a:ext cx="11509172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468" y="2107350"/>
            <a:ext cx="7742784" cy="4412426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9867" y="2107347"/>
            <a:ext cx="3379665" cy="4412427"/>
          </a:xfrm>
          <a:prstGeom prst="roundRect">
            <a:avLst>
              <a:gd name="adj" fmla="val 4602"/>
            </a:avLst>
          </a:prstGeom>
          <a:solidFill>
            <a:srgbClr val="000000">
              <a:alpha val="5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4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07" y="401133"/>
            <a:ext cx="11505434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152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151" y="4836160"/>
            <a:ext cx="11505434" cy="1692886"/>
          </a:xfrm>
          <a:prstGeom prst="roundRect">
            <a:avLst>
              <a:gd name="adj" fmla="val 9302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DF48D15-1243-3CFE-9BF8-52297AA92F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3324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5" y="399603"/>
            <a:ext cx="1151688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375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3774775"/>
            <a:ext cx="11524350" cy="2757636"/>
          </a:xfrm>
          <a:prstGeom prst="roundRect">
            <a:avLst>
              <a:gd name="adj" fmla="val 4836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FA5519-3AB3-CEC1-AE02-532EC2CCB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007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1B82278-DD8A-4CE0-788E-1B913AF1EB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80639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img">
    <p:bg>
      <p:bgPr>
        <a:solidFill>
          <a:srgbClr val="00000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396509"/>
            <a:ext cx="1150851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E5EA41-8A93-19E6-0938-921548C160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974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A5CA17-0E07-7C00-D057-B222092BB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93018" y="1335991"/>
            <a:ext cx="3062205" cy="5180899"/>
          </a:xfrm>
          <a:prstGeom prst="roundRect">
            <a:avLst>
              <a:gd name="adj" fmla="val 3016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876292C-B4E7-FCE3-1E74-154C9192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0373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F44FAD5-85C0-5126-BEBB-39AE901640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6974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15C401-2708-BE2C-313C-6E97212115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40373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e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-4762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427844"/>
            <a:ext cx="11515727" cy="498598"/>
          </a:xfrm>
        </p:spPr>
        <p:txBody>
          <a:bodyPr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2114549"/>
            <a:ext cx="11515726" cy="4448176"/>
          </a:xfrm>
          <a:prstGeom prst="roundRect">
            <a:avLst>
              <a:gd name="adj" fmla="val 0"/>
            </a:avLst>
          </a:prstGeom>
          <a:noFill/>
        </p:spPr>
        <p:txBody>
          <a:bodyPr lIns="0" tIns="0" rIns="0" bIns="0" anchor="ctr" anchorCtr="0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11CD461-B056-D4E2-C5FA-0426E6C2FFF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33375" y="1318188"/>
            <a:ext cx="11515726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3" y="347332"/>
            <a:ext cx="11508537" cy="678672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563" y="2447348"/>
            <a:ext cx="7571494" cy="4072184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563" y="1403404"/>
            <a:ext cx="11508537" cy="699551"/>
          </a:xfrm>
          <a:prstGeom prst="roundRect">
            <a:avLst>
              <a:gd name="adj" fmla="val 5043"/>
            </a:avLst>
          </a:prstGeom>
          <a:noFill/>
        </p:spPr>
        <p:txBody>
          <a:bodyPr lIns="0" tIns="0" rIns="0" anchor="ctr" anchorCtr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AE4049F-C3AB-1C61-89BD-6C81A2CCB192}"/>
              </a:ext>
            </a:extLst>
          </p:cNvPr>
          <p:cNvSpPr/>
          <p:nvPr userDrawn="1"/>
        </p:nvSpPr>
        <p:spPr>
          <a:xfrm>
            <a:off x="9586829" y="2581720"/>
            <a:ext cx="966159" cy="957532"/>
          </a:xfrm>
          <a:prstGeom prst="downArrowCallout">
            <a:avLst>
              <a:gd name="adj1" fmla="val 25000"/>
              <a:gd name="adj2" fmla="val 25000"/>
              <a:gd name="adj3" fmla="val 22297"/>
              <a:gd name="adj4" fmla="val 649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Link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Online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5FE893F-47A3-E5F7-1212-48465408B0C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290719" y="3797514"/>
            <a:ext cx="3558381" cy="2597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https://example.com/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39" y="328282"/>
            <a:ext cx="11518062" cy="665027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9633AA3-1F01-FC54-9584-5A176A24610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893693" y="1371600"/>
            <a:ext cx="3955408" cy="5158118"/>
          </a:xfrm>
          <a:prstGeom prst="roundRect">
            <a:avLst>
              <a:gd name="adj" fmla="val 4940"/>
            </a:avLst>
          </a:prstGeom>
          <a:solidFill>
            <a:schemeClr val="bg1"/>
          </a:solidFill>
        </p:spPr>
        <p:txBody>
          <a:bodyPr lIns="365760" tIns="365760" rIns="365760" bIns="36576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05E5FA-6881-9803-B9CE-B9F6C0D4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7" y="1371600"/>
            <a:ext cx="7231619" cy="5181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04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374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91179-C1CD-A08D-D9B7-A92C32F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B0B4-6181-CC09-113A-CBA6A84A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5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6" r:id="rId3"/>
    <p:sldLayoutId id="2147483657" r:id="rId4"/>
    <p:sldLayoutId id="2147483658" r:id="rId5"/>
    <p:sldLayoutId id="2147483659" r:id="rId6"/>
    <p:sldLayoutId id="2147483662" r:id="rId7"/>
    <p:sldLayoutId id="2147483661" r:id="rId8"/>
    <p:sldLayoutId id="2147483663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app.protobject.com/generate?equivalent-flama-vela-con-soplo&amp;es&amp;dynamic&amp;-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4216A-BFA6-9732-A49C-32CF61E454ED}"/>
              </a:ext>
            </a:extLst>
          </p:cNvPr>
          <p:cNvSpPr txBox="1"/>
          <p:nvPr/>
        </p:nvSpPr>
        <p:spPr>
          <a:xfrm>
            <a:off x="765048" y="2340864"/>
            <a:ext cx="106619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presentación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genera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automáticamente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Puedes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criterio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añadir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cualquier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contenido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adicional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que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desees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DBF746-CBFF-7D5E-0904-0C23A0CCA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48" y="735575"/>
            <a:ext cx="1640124" cy="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83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Vela Mágica de Cumpleaños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¡Pide un deseo y sopla! Aprende el ciclo completo de la interactividad combinando eventos, variables de estado y condicionales para crear una vela digital que puedes apagar.</a:t>
            </a:r>
          </a:p>
        </p:txBody>
      </p:sp>
      <p:pic>
        <p:nvPicPr>
          <p:cNvPr id="4" name="Picture Placeholder 3" descr="src_16.6-magic-birthday-candle_16.6-vela-magica-de-cumpleaños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684945" y="1797930"/>
            <a:ext cx="7745054" cy="435659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¿Qué haremos?</a:t>
            </a:r>
          </a:p>
        </p:txBody>
      </p:sp>
      <p:pic>
        <p:nvPicPr>
          <p:cNvPr id="3" name="16.6_magic_birthday_cand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1138" y="1232015"/>
            <a:ext cx="9331959" cy="5249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Ciclo Interactivo Completo</a:t>
            </a:r>
          </a:p>
        </p:txBody>
      </p:sp>
      <p:pic>
        <p:nvPicPr>
          <p:cNvPr id="3" name="Picture Placeholder 2" descr="src_16.6-magic-birthday-candle_a-fundamental-loop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200"/>
              <a:t>La mayoría de las aplicaciones que usas, desde videojuegos hasta redes sociales, se basan en un ciclo fundamental de tres pasos:</a:t>
            </a:r>
          </a:p>
          <a:p>
            <a:pPr/>
            <a:r>
              <a:rPr sz="1200"/>
              <a:t>1.  </a:t>
            </a:r>
            <a:r>
              <a:rPr sz="1200" b="1"/>
              <a:t>Acción del Usuario (Evento):</a:t>
            </a:r>
            <a:r>
              <a:rPr sz="1200"/>
              <a:t> Haces algo (un clic, un toque, un soplo). El programa lo detecta como un evento.</a:t>
            </a:r>
          </a:p>
          <a:p>
            <a:pPr/>
            <a:r>
              <a:rPr sz="1200"/>
              <a:t>2.  </a:t>
            </a:r>
            <a:r>
              <a:rPr sz="1200" b="1"/>
              <a:t>Actualización de Estado (Variable):</a:t>
            </a:r>
            <a:r>
              <a:rPr sz="1200"/>
              <a:t> En respuesta al evento, el programa actualiza su memoria (una variable) para recordar lo que sucedió.</a:t>
            </a:r>
          </a:p>
          <a:p>
            <a:pPr/>
            <a:r>
              <a:rPr sz="1200"/>
              <a:t>3.  </a:t>
            </a:r>
            <a:r>
              <a:rPr sz="1200" b="1"/>
              <a:t>Reacción del Programa (Condicional):</a:t>
            </a:r>
            <a:r>
              <a:rPr sz="1200"/>
              <a:t> El programa, que se está ejecutando constantemente, lee esa memoria y decide cómo cambiar lo que ves o escuchas.</a:t>
            </a:r>
          </a:p>
          <a:p>
            <a:r>
              <a:rPr sz="1200"/>
              <a:t>¡Hoy, tú construirás este ciclo exacto!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Lógica del Interruptor (Toggle)</a:t>
            </a:r>
          </a:p>
        </p:txBody>
      </p:sp>
      <p:pic>
        <p:nvPicPr>
          <p:cNvPr id="3" name="Picture Placeholder 2" descr="src_16.6-magic-birthday-candle_b-light-switch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400"/>
              <a:t>Nuestra vela no solo se apaga, ¡también puede volver a encenderse con otro soplo! Esto se llama lógica de </a:t>
            </a:r>
            <a:r>
              <a:rPr sz="1400" b="1"/>
              <a:t>"interruptor"</a:t>
            </a:r>
            <a:r>
              <a:rPr sz="1400"/>
              <a:t> o </a:t>
            </a:r>
            <a:r>
              <a:rPr sz="1400" b="1"/>
              <a:t>"toggle"</a:t>
            </a:r>
            <a:r>
              <a:rPr sz="1400"/>
              <a:t>.</a:t>
            </a:r>
          </a:p>
          <a:p>
            <a:r>
              <a:rPr sz="1400"/>
              <a:t>En lugar de simplemente establecer la variable `velaEncendida` en FALSO, la establecemos en </a:t>
            </a:r>
            <a:r>
              <a:rPr sz="1400" b="1"/>
              <a:t>`(no velaEncendida)`</a:t>
            </a:r>
            <a:r>
              <a:rPr sz="1400"/>
              <a:t>. Este bloque especial invierte el valor booleano actual:</a:t>
            </a:r>
          </a:p>
          <a:p>
            <a:pPr/>
            <a:r>
              <a:rPr sz="1400"/>
              <a:t>Si `velaEncendida` era VERDADERO, se convierte en FALSO.</a:t>
            </a:r>
          </a:p>
          <a:p>
            <a:pPr/>
            <a:r>
              <a:rPr sz="1400"/>
              <a:t>Si `velaEncendida` era FALSO, se convierte en VERDADERO.</a:t>
            </a:r>
          </a:p>
          <a:p>
            <a:r>
              <a:rPr sz="1400"/>
              <a:t>¡Con un solo bloque, podemos encender y apagar la vela con la misma acción!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Arquitectura de Nuestro Programa</a:t>
            </a:r>
          </a:p>
        </p:txBody>
      </p:sp>
      <p:pic>
        <p:nvPicPr>
          <p:cNvPr id="3" name="Picture Placeholder 2" descr="src_16.6-magic-birthday-candle_c-program-architecture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100"/>
              <a:t>Nuestro programa tiene dos partes principales que trabajan en equipo:</a:t>
            </a:r>
          </a:p>
          <a:p>
            <a:pPr/>
            <a:r>
              <a:rPr sz="1100"/>
              <a:t/>
            </a:r>
            <a:r>
              <a:rPr sz="1100" b="1"/>
              <a:t>El Oyente de Eventos:</a:t>
            </a:r>
            <a:r>
              <a:rPr sz="1100"/>
              <a:t> Está siempre "escuchando" el micrófono en segundo plano. Su única tarea es invertir el estado de la variable `velaEncendida` cuando detecta un soplo. No le importa la animación.</a:t>
            </a:r>
          </a:p>
          <a:p>
            <a:pPr/>
            <a:r>
              <a:rPr sz="1100"/>
              <a:t/>
            </a:r>
            <a:r>
              <a:rPr sz="1100" b="1"/>
              <a:t>El Motor de Animación (Bucle Principal):</a:t>
            </a:r>
            <a:r>
              <a:rPr sz="1100"/>
              <a:t> Está siempre "dibujando" en la pantalla. Su única tarea es mirar la variable `velaEncendida` en cada ciclo y decidir: ¿dibujo la llama o dejo la pantalla en negro? La rama verdadera alterna </a:t>
            </a:r>
            <a:r>
              <a:rPr sz="1100" b="1"/>
              <a:t>dos fotogramas</a:t>
            </a:r>
            <a:r>
              <a:rPr sz="1100"/>
              <a:t>: la vela con la punta de la llama en un lugar al azar (700 ms) y la vela sola, sin punta (900 ms). Volver a dibujar la vela es lo que </a:t>
            </a:r>
            <a:r>
              <a:rPr sz="1100" b="1"/>
              <a:t>apaga la punta</a:t>
            </a:r>
            <a:r>
              <a:rPr sz="1100"/>
              <a:t>: por eso la llama titila. Si quitas esos dibujos de la vela para simplificar, las puntas se acumulan y la llama deja de titilar. No le importa de dónde vino el cambio.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3000"/>
              <a:t>Necesitaremos 2 componentes: </a:t>
            </a:r>
            <a:r>
              <a:rPr sz="3000" b="1"/>
              <a:t>NivelRuido</a:t>
            </a:r>
            <a:r>
              <a:rPr sz="3000"/>
              <a:t> para detectar el 'soplo' (un aumento repentino de ruido) y </a:t>
            </a:r>
            <a:r>
              <a:rPr sz="3000" b="1"/>
              <a:t>DibujoLED</a:t>
            </a:r>
            <a:r>
              <a:rPr sz="3000"/>
              <a:t> para mostrar nuestra vela y su llama.</a:t>
            </a:r>
          </a:p>
          <a:p>
            <a:r>
              <a:rPr sz="3000"/>
              <a:t>Recuerda escanear o abrir ambos componentes en tu dispositivo.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sz="1400"/>
              <a:t>¡A soplar las velas!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Composición del Código</a:t>
            </a:r>
          </a:p>
        </p:txBody>
      </p:sp>
      <p:pic>
        <p:nvPicPr>
          <p:cNvPr id="3" name="Picture Placeholder 2" descr="screenshot_a72218c242a3f98d21b9cad1d0581e14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40563" y="2532607"/>
            <a:ext cx="7571494" cy="390166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800"/>
              <a:t>Fíjate en la elegante separación de tareas.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u="sng">
                <a:solidFill>
                  <a:srgbClr val="0000FF"/>
                </a:solidFill>
                <a:hlinkClick r:id="rId4"/>
              </a:rPr>
              <a:t>Ver el programa completo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Reflexiona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600"/>
              <a:t>Describe el "ciclo interactivo" en este proyecto. ¿Cuál es el evento, cuál es la variable de estado y cuál es el condicional que reacciona?</a:t>
            </a:r>
          </a:p>
          <a:p>
            <a:r>
              <a:rPr sz="2600"/>
              <a:t>¿Qué hace exactamente el bloque `establecer velaEncendida en (no velaEncendida)`? ¿Por qué es más flexible que simplemente establecer la variable en FALSO?</a:t>
            </a:r>
          </a:p>
          <a:p>
            <a:r>
              <a:rPr sz="2600"/>
              <a:t>Si quisieras que la vela solo se pudiera apagar una vez (y no volver a encenderse), ¿qué cambiarías en el bloque de evento?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</a:t>
            </a:r>
          </a:p>
        </p:txBody>
      </p:sp>
      <p:pic>
        <p:nvPicPr>
          <p:cNvPr id="3" name="Picture Placeholder 2" descr="src_16.6-magic-birthday-candle_d-birthday-song-challenge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900"/>
              <a:t>¡Haz una fiesta de cumpleaños completa! ¿Puedes hacer que después de apagar la vela, el programa espere 2 segundos y luego empiece a tocar la canción de "Feliz Cumpleaños"? </a:t>
            </a:r>
            <a:r>
              <a:rPr sz="1900" b="1"/>
              <a:t>Pista</a:t>
            </a:r>
            <a:r>
              <a:rPr sz="1900"/>
              <a:t>: Necesitarías añadir un componente de sonido y probablemente otro condicional dentro de la parte "Sino" de tu bucle principal.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Bellino</dc:creator>
  <cp:lastModifiedBy>Alessio Bellino</cp:lastModifiedBy>
  <cp:revision>41</cp:revision>
  <dcterms:created xsi:type="dcterms:W3CDTF">2025-08-23T17:03:52Z</dcterms:created>
  <dcterms:modified xsi:type="dcterms:W3CDTF">2025-09-03T15:49:53Z</dcterms:modified>
</cp:coreProperties>
</file>