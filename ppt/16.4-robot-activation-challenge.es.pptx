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Tus programas ya saben reaccionar, ¡pero no recuerdan nada! ¿Y si quisiéramos contar cuántas veces lo hemos tocado? Para eso, nuestro programa necesita una memoria. En esta misión, descubrirás uno de los conceptos más poderosos de la programación: las variables. Aprenderás a usarlas para crear un divertido desafío en el que tendrás que cargar a tu robot con "energía" tocando la pantalla. ¡Prepárate para que tus programas empiecen a recordar!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Haz clic en el signo de interrogación para ver los comentarios. Primero, en `Al iniciar`, creamos nuestra variable `energia` y la establecemos en `0`. Este es el punto de partida. Luego, el bloque de evento `cuando es tocado` se activa con cada toque. Dentro, el bloque `añadir 1 a energia` actualiza nuestra "memoria". Todo esto vive dentro de `repetir para siempre`. Dentro del bloque `si`, siempre que la energía sea menor a 6, cada vuelta enciende una sola línea —la que corresponde a la energía actual— y como dentro de esa rama nunca se borra, las líneas anteriores quedan encendidas: por eso ves crecer la barra. (La barra sube cinco escalones: el sexto toque no dibuja el último, sino que pasa directo a la celebración.) En caso contrario, el robot se activa: se borra la barra, aparece una cara feliz y suena la celebración — y como todo vive dentro del ciclo, la celebración se repite hasta que reinicies el programa.</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hyperlink" Target="https://app.protobject.com/generate?equivalent-juego-toques&amp;es&amp;dynamic&am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Desafío de Activación del Robot!</a:t>
            </a:r>
          </a:p>
        </p:txBody>
      </p:sp>
      <p:sp>
        <p:nvSpPr>
          <p:cNvPr id="3" name="Subtitle 2"/>
          <p:cNvSpPr>
            <a:spLocks noGrp="1"/>
          </p:cNvSpPr>
          <p:nvPr>
            <p:ph type="subTitle" idx="1"/>
          </p:nvPr>
        </p:nvSpPr>
        <p:spPr/>
        <p:txBody>
          <a:bodyPr/>
          <a:lstStyle/>
          <a:p>
            <a:r>
              <a:t>Dale 'memoria' a tu robot. Aprende a usar variables para contar eventos y crea un divertido juego de toques para cargar de energía a tu personaje.</a:t>
            </a:r>
          </a:p>
        </p:txBody>
      </p:sp>
      <p:pic>
        <p:nvPicPr>
          <p:cNvPr id="4" name="Picture Placeholder 3" descr="src_16.4-robot-activation-challenge_16.4-desafio-activacion-del-robot.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16.4_robot_activation_challeng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611414" y="1197600"/>
            <a:ext cx="2991407" cy="5318057"/>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 qué los Programas Necesitan Memoria?</a:t>
            </a:r>
          </a:p>
        </p:txBody>
      </p:sp>
      <p:pic>
        <p:nvPicPr>
          <p:cNvPr id="3" name="Picture Placeholder 2" descr="src_16.4-robot-activation-challenge_a-memory.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2000"/>
              <a:t>Un programa que solo reacciona responde siempre de la misma manera: no puede "recordar" cuántas veces lo has tocado. Para crear programas más inteligentes que puedan cambiar su comportamiento, necesitamos una forma de almacenar información. Necesitamos darles </a:t>
            </a:r>
            <a:r>
              <a:rPr sz="2000" b="1"/>
              <a:t>memoria</a:t>
            </a:r>
            <a:r>
              <a:rPr sz="2000"/>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 Variables: Las Cajas de Memoria del Código</a:t>
            </a:r>
          </a:p>
        </p:txBody>
      </p:sp>
      <p:pic>
        <p:nvPicPr>
          <p:cNvPr id="3" name="Picture Placeholder 2" descr="src_16.4-robot-activation-challenge_b-energy-variable.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500"/>
              <a:t>En programación, esa memoria se llama </a:t>
            </a:r>
            <a:r>
              <a:rPr sz="1500" b="1"/>
              <a:t>variable</a:t>
            </a:r>
            <a:r>
              <a:rPr sz="1500"/>
              <a:t>. Piensa en una variable como una </a:t>
            </a:r>
            <a:r>
              <a:rPr sz="1500" b="1"/>
              <a:t>caja con una etiqueta</a:t>
            </a:r>
            <a:r>
              <a:rPr sz="1500"/>
              <a:t>.</a:t>
            </a:r>
          </a:p>
          <a:p>
            <a:pPr/>
            <a:r>
              <a:rPr sz="1500"/>
              <a:t>La </a:t>
            </a:r>
            <a:r>
              <a:rPr sz="1500" b="1"/>
              <a:t>etiqueta</a:t>
            </a:r>
            <a:r>
              <a:rPr sz="1500"/>
              <a:t> es el nombre de la variable (por ejemplo, `energia`).</a:t>
            </a:r>
          </a:p>
          <a:p>
            <a:pPr/>
            <a:r>
              <a:rPr sz="1500"/>
              <a:t>El </a:t>
            </a:r>
            <a:r>
              <a:rPr sz="1500" b="1"/>
              <a:t>contenido</a:t>
            </a:r>
            <a:r>
              <a:rPr sz="1500"/>
              <a:t> es el dato que guardamos dentro (por ejemplo, el número `25`).</a:t>
            </a:r>
          </a:p>
          <a:p>
            <a:r>
              <a:rPr sz="1500"/>
              <a:t>La parte más poderosa es que el contenido de la caja puede cambiar en cualquier momento. Podemos abrirla, sumar 1 al número y guardar el nuevo resultado.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Eventos que Modifican la Memoria</a:t>
            </a:r>
          </a:p>
        </p:txBody>
      </p:sp>
      <p:pic>
        <p:nvPicPr>
          <p:cNvPr id="3" name="Picture Placeholder 2" descr="src_16.4-robot-activation-challenge_c-events-that-modify-energy.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600"/>
              <a:t>Ahora podemos combinar estas dos ideas. Usaremos un </a:t>
            </a:r>
            <a:r>
              <a:rPr sz="1600" b="1"/>
              <a:t>evento</a:t>
            </a:r>
            <a:r>
              <a:rPr sz="1600"/>
              <a:t> (tocar la pantalla) no solo para disparar una animación, sino para </a:t>
            </a:r>
            <a:r>
              <a:rPr sz="1600" b="1"/>
              <a:t>modificar el contenido de nuestra variable</a:t>
            </a:r>
            <a:r>
              <a:rPr sz="1600"/>
              <a:t>.</a:t>
            </a:r>
          </a:p>
          <a:p>
            <a:r>
              <a:rPr sz="1600"/>
              <a:t>Cada vez que tocas la pantalla, el evento se activa y le da una orden al programa: *"Abre la caja llamada `energia`, mira el número que hay dentro, súmale 1 y guarda el nuevo total en la misma caja"*. Así es como nuestro programa "recuerda" y lleva la cuenta.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Presiona </a:t>
            </a:r>
            <a:r>
              <a:rPr sz="3000" b="1"/>
              <a:t>Añadir dispositivo</a:t>
            </a:r>
            <a:r>
              <a:rPr sz="3000"/>
              <a:t> y selecciona </a:t>
            </a:r>
            <a:r>
              <a:rPr sz="3000" b="1"/>
              <a:t>DibujoLED</a:t>
            </a:r>
            <a:r>
              <a:rPr sz="3000"/>
              <a:t>: en su pantalla verás el nivel de energía, y tocándola la cargarás.</a:t>
            </a:r>
          </a:p>
          <a:p>
            <a:r>
              <a:rPr sz="3000"/>
              <a:t>Por último, presiona </a:t>
            </a:r>
            <a:r>
              <a:rPr sz="3000" b="1"/>
              <a:t>Añadir dispositivo</a:t>
            </a:r>
            <a:r>
              <a:rPr sz="3000"/>
              <a:t> y selecciona </a:t>
            </a:r>
            <a:r>
              <a:rPr sz="3000" b="1"/>
              <a:t>TecladoMusical</a:t>
            </a:r>
            <a:r>
              <a:rPr sz="3000"/>
              <a:t> para saber cuándo el robot ha sido activado.</a:t>
            </a:r>
          </a:p>
          <a:p>
            <a:r>
              <a:rPr sz="3000"/>
              <a:t>Recuerda escanear o abrir todos los componentes.</a:t>
            </a:r>
          </a:p>
        </p:txBody>
      </p:sp>
      <p:sp>
        <p:nvSpPr>
          <p:cNvPr id="4" name="Chart Placeholder 3"/>
          <p:cNvSpPr>
            <a:spLocks noGrp="1"/>
          </p:cNvSpPr>
          <p:nvPr>
            <p:ph type="chart" idx="14" sz="quarter"/>
          </p:nvPr>
        </p:nvSpPr>
        <p:spPr/>
        <p:txBody>
          <a:bodyPr/>
          <a:p>
            <a:r>
              <a:rPr sz="1400"/>
              <a:t>¡A cargar el robot de energía!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c1fe50191e2869ec7bb2d04736b0ab52.png"/>
          <p:cNvPicPr>
            <a:picLocks noGrp="1" noChangeAspect="1"/>
          </p:cNvPicPr>
          <p:nvPr>
            <p:ph type="pic" idx="11" sz="quarter"/>
          </p:nvPr>
        </p:nvPicPr>
        <p:blipFill>
          <a:blip r:embed="rId3"/>
          <a:srcRect/>
          <a:stretch>
            <a:fillRect/>
          </a:stretch>
        </p:blipFill>
        <p:spPr>
          <a:xfrm>
            <a:off x="1338774" y="2447348"/>
            <a:ext cx="5575072" cy="4072184"/>
          </a:xfrm>
        </p:spPr>
      </p:pic>
      <p:sp>
        <p:nvSpPr>
          <p:cNvPr id="4" name="Text Placeholder 3"/>
          <p:cNvSpPr>
            <a:spLocks noGrp="1"/>
          </p:cNvSpPr>
          <p:nvPr>
            <p:ph type="body" idx="12" sz="quarter"/>
          </p:nvPr>
        </p:nvSpPr>
        <p:spPr/>
        <p:txBody>
          <a:bodyPr wrap="square">
            <a:normAutofit/>
          </a:bodyPr>
          <a:lstStyle/>
          <a:p>
            <a:r>
              <a:rPr sz="1100"/>
              <a:t>Haz clic en el signo de interrogación para ver los comentarios. Primero, en `Al iniciar`, creamos nuestra variable `energia` y la establecemos en `0`.</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2900"/>
              <a:t>Acabas de darle "memoria" a un programa por primera vez. ¿Qué es una variable y para qué la usamos en este desafío?</a:t>
            </a:r>
          </a:p>
          <a:p>
            <a:r>
              <a:rPr sz="2900"/>
              <a:t>¿Qué rol juega el evento en este código? ¿Dispara una animación o hace algo más?</a:t>
            </a:r>
          </a:p>
          <a:p>
            <a:r>
              <a:rPr sz="2900"/>
              <a:t>Si quisieras que cada toque sumara 5 puntos de energía en lugar de 1, ¿qué bloque cambiarías?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16.4-robot-activation-challenge_d-energy-challenge.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2100"/>
              <a:t>Mejora el cargador de energía. Modifica el programa para que el robot </a:t>
            </a:r>
            <a:r>
              <a:rPr sz="2100" b="1"/>
              <a:t>no siempre gane la misma cantidad de energía</a:t>
            </a:r>
            <a:r>
              <a:rPr sz="2100"/>
              <a:t>.</a:t>
            </a:r>
          </a:p>
          <a:p>
            <a:r>
              <a:rPr sz="2100"/>
              <a:t/>
            </a:r>
            <a:r>
              <a:rPr sz="2100" b="1"/>
              <a:t>Pista:</a:t>
            </a:r>
            <a:r>
              <a:rPr sz="2100"/>
              <a:t> puedes hacer que distintos botones, gestos o eventos sumen </a:t>
            </a:r>
            <a:r>
              <a:rPr sz="2100" b="1"/>
              <a:t>valores diferentes</a:t>
            </a:r>
            <a:r>
              <a:rPr sz="2100"/>
              <a:t> a la variable `energia`.</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