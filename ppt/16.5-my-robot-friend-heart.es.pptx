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9"/>
    <p:sldId id="258" r:id="rId11"/>
    <p:sldId id="259" r:id="rId12"/>
    <p:sldId id="260" r:id="rId13"/>
    <p:sldId id="261" r:id="rId14"/>
    <p:sldId id="262" r:id="rId15"/>
    <p:sldId id="263"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338CA"/>
    <a:srgbClr val="1D4ED8"/>
    <a:srgbClr val="A551F4"/>
    <a:srgbClr val="FFFFFF"/>
    <a:srgbClr val="A16207"/>
    <a:srgbClr val="000000"/>
    <a:srgbClr val="FACC15"/>
    <a:srgbClr val="FFC93C"/>
    <a:srgbClr val="0575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D7F994-7B23-4B30-9E0D-141B518001FB}" v="23" dt="2025-09-03T15:49:48.4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55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microsoft.com/office/2016/11/relationships/changesInfo" Target="changesInfos/changesInfo1.xml"/><Relationship Id="rId8" Type="http://schemas.microsoft.com/office/2015/10/relationships/revisionInfo" Target="revisionInfo.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io Bellino" userId="4d67f9ee-b7e6-436d-9ca9-011d058f5ab9" providerId="ADAL" clId="{D6D7F994-7B23-4B30-9E0D-141B518001FB}"/>
    <pc:docChg chg="undo custSel delSld modMainMaster">
      <pc:chgData name="Alessio Bellino" userId="4d67f9ee-b7e6-436d-9ca9-011d058f5ab9" providerId="ADAL" clId="{D6D7F994-7B23-4B30-9E0D-141B518001FB}" dt="2025-09-03T15:49:48.493" v="146" actId="404"/>
      <pc:docMkLst>
        <pc:docMk/>
      </pc:docMkLst>
      <pc:sldChg chg="del">
        <pc:chgData name="Alessio Bellino" userId="4d67f9ee-b7e6-436d-9ca9-011d058f5ab9" providerId="ADAL" clId="{D6D7F994-7B23-4B30-9E0D-141B518001FB}" dt="2025-08-27T01:13:29.985" v="83" actId="47"/>
        <pc:sldMkLst>
          <pc:docMk/>
          <pc:sldMk cId="1091577834" sldId="256"/>
        </pc:sldMkLst>
      </pc:sldChg>
      <pc:sldChg chg="del">
        <pc:chgData name="Alessio Bellino" userId="4d67f9ee-b7e6-436d-9ca9-011d058f5ab9" providerId="ADAL" clId="{D6D7F994-7B23-4B30-9E0D-141B518001FB}" dt="2025-08-27T01:13:28.949" v="82" actId="47"/>
        <pc:sldMkLst>
          <pc:docMk/>
          <pc:sldMk cId="0" sldId="257"/>
        </pc:sldMkLst>
      </pc:sldChg>
      <pc:sldChg chg="del">
        <pc:chgData name="Alessio Bellino" userId="4d67f9ee-b7e6-436d-9ca9-011d058f5ab9" providerId="ADAL" clId="{D6D7F994-7B23-4B30-9E0D-141B518001FB}" dt="2025-08-27T01:13:25.571" v="81" actId="47"/>
        <pc:sldMkLst>
          <pc:docMk/>
          <pc:sldMk cId="0" sldId="258"/>
        </pc:sldMkLst>
      </pc:sldChg>
      <pc:sldChg chg="del">
        <pc:chgData name="Alessio Bellino" userId="4d67f9ee-b7e6-436d-9ca9-011d058f5ab9" providerId="ADAL" clId="{D6D7F994-7B23-4B30-9E0D-141B518001FB}" dt="2025-08-27T01:13:25.571" v="81" actId="47"/>
        <pc:sldMkLst>
          <pc:docMk/>
          <pc:sldMk cId="0" sldId="259"/>
        </pc:sldMkLst>
      </pc:sldChg>
      <pc:sldChg chg="del">
        <pc:chgData name="Alessio Bellino" userId="4d67f9ee-b7e6-436d-9ca9-011d058f5ab9" providerId="ADAL" clId="{D6D7F994-7B23-4B30-9E0D-141B518001FB}" dt="2025-08-27T01:13:25.571" v="81" actId="47"/>
        <pc:sldMkLst>
          <pc:docMk/>
          <pc:sldMk cId="0" sldId="260"/>
        </pc:sldMkLst>
      </pc:sldChg>
      <pc:sldChg chg="del">
        <pc:chgData name="Alessio Bellino" userId="4d67f9ee-b7e6-436d-9ca9-011d058f5ab9" providerId="ADAL" clId="{D6D7F994-7B23-4B30-9E0D-141B518001FB}" dt="2025-08-27T01:13:25.571" v="81" actId="47"/>
        <pc:sldMkLst>
          <pc:docMk/>
          <pc:sldMk cId="0" sldId="261"/>
        </pc:sldMkLst>
      </pc:sldChg>
      <pc:sldChg chg="del">
        <pc:chgData name="Alessio Bellino" userId="4d67f9ee-b7e6-436d-9ca9-011d058f5ab9" providerId="ADAL" clId="{D6D7F994-7B23-4B30-9E0D-141B518001FB}" dt="2025-08-27T01:13:25.571" v="81" actId="47"/>
        <pc:sldMkLst>
          <pc:docMk/>
          <pc:sldMk cId="0" sldId="262"/>
        </pc:sldMkLst>
      </pc:sldChg>
      <pc:sldChg chg="del">
        <pc:chgData name="Alessio Bellino" userId="4d67f9ee-b7e6-436d-9ca9-011d058f5ab9" providerId="ADAL" clId="{D6D7F994-7B23-4B30-9E0D-141B518001FB}" dt="2025-08-27T01:13:25.571" v="81" actId="47"/>
        <pc:sldMkLst>
          <pc:docMk/>
          <pc:sldMk cId="0" sldId="263"/>
        </pc:sldMkLst>
      </pc:sldChg>
      <pc:sldChg chg="del">
        <pc:chgData name="Alessio Bellino" userId="4d67f9ee-b7e6-436d-9ca9-011d058f5ab9" providerId="ADAL" clId="{D6D7F994-7B23-4B30-9E0D-141B518001FB}" dt="2025-08-27T01:13:25.571" v="81" actId="47"/>
        <pc:sldMkLst>
          <pc:docMk/>
          <pc:sldMk cId="0" sldId="264"/>
        </pc:sldMkLst>
      </pc:sldChg>
      <pc:sldChg chg="del">
        <pc:chgData name="Alessio Bellino" userId="4d67f9ee-b7e6-436d-9ca9-011d058f5ab9" providerId="ADAL" clId="{D6D7F994-7B23-4B30-9E0D-141B518001FB}" dt="2025-08-27T01:13:25.571" v="81" actId="47"/>
        <pc:sldMkLst>
          <pc:docMk/>
          <pc:sldMk cId="0" sldId="265"/>
        </pc:sldMkLst>
      </pc:sldChg>
      <pc:sldChg chg="del">
        <pc:chgData name="Alessio Bellino" userId="4d67f9ee-b7e6-436d-9ca9-011d058f5ab9" providerId="ADAL" clId="{D6D7F994-7B23-4B30-9E0D-141B518001FB}" dt="2025-08-27T01:13:25.571" v="81" actId="47"/>
        <pc:sldMkLst>
          <pc:docMk/>
          <pc:sldMk cId="0" sldId="266"/>
        </pc:sldMkLst>
      </pc:sldChg>
      <pc:sldChg chg="del">
        <pc:chgData name="Alessio Bellino" userId="4d67f9ee-b7e6-436d-9ca9-011d058f5ab9" providerId="ADAL" clId="{D6D7F994-7B23-4B30-9E0D-141B518001FB}" dt="2025-08-27T01:13:25.571" v="81" actId="47"/>
        <pc:sldMkLst>
          <pc:docMk/>
          <pc:sldMk cId="0" sldId="267"/>
        </pc:sldMkLst>
      </pc:sldChg>
      <pc:sldChg chg="del">
        <pc:chgData name="Alessio Bellino" userId="4d67f9ee-b7e6-436d-9ca9-011d058f5ab9" providerId="ADAL" clId="{D6D7F994-7B23-4B30-9E0D-141B518001FB}" dt="2025-08-27T01:13:25.571" v="81" actId="47"/>
        <pc:sldMkLst>
          <pc:docMk/>
          <pc:sldMk cId="0" sldId="268"/>
        </pc:sldMkLst>
      </pc:sldChg>
      <pc:sldMasterChg chg="modSldLayout">
        <pc:chgData name="Alessio Bellino" userId="4d67f9ee-b7e6-436d-9ca9-011d058f5ab9" providerId="ADAL" clId="{D6D7F994-7B23-4B30-9E0D-141B518001FB}" dt="2025-09-03T15:49:48.493" v="146" actId="404"/>
        <pc:sldMasterMkLst>
          <pc:docMk/>
          <pc:sldMasterMk cId="661577070" sldId="2147483648"/>
        </pc:sldMasterMkLst>
        <pc:sldLayoutChg chg="modSp mod">
          <pc:chgData name="Alessio Bellino" userId="4d67f9ee-b7e6-436d-9ca9-011d058f5ab9" providerId="ADAL" clId="{D6D7F994-7B23-4B30-9E0D-141B518001FB}" dt="2025-09-03T15:49:04.125" v="130" actId="403"/>
          <pc:sldLayoutMkLst>
            <pc:docMk/>
            <pc:sldMasterMk cId="661577070" sldId="2147483648"/>
            <pc:sldLayoutMk cId="552119573" sldId="2147483649"/>
          </pc:sldLayoutMkLst>
          <pc:spChg chg="mod">
            <ac:chgData name="Alessio Bellino" userId="4d67f9ee-b7e6-436d-9ca9-011d058f5ab9" providerId="ADAL" clId="{D6D7F994-7B23-4B30-9E0D-141B518001FB}" dt="2025-09-03T15:49:04.125" v="130" actId="403"/>
            <ac:spMkLst>
              <pc:docMk/>
              <pc:sldMasterMk cId="661577070" sldId="2147483648"/>
              <pc:sldLayoutMk cId="552119573" sldId="2147483649"/>
              <ac:spMk id="2" creationId="{F452E439-A5BF-EE24-C08E-1F9F20701E7E}"/>
            </ac:spMkLst>
          </pc:spChg>
          <pc:spChg chg="mod">
            <ac:chgData name="Alessio Bellino" userId="4d67f9ee-b7e6-436d-9ca9-011d058f5ab9" providerId="ADAL" clId="{D6D7F994-7B23-4B30-9E0D-141B518001FB}" dt="2025-09-03T15:29:12.824" v="119" actId="1035"/>
            <ac:spMkLst>
              <pc:docMk/>
              <pc:sldMasterMk cId="661577070" sldId="2147483648"/>
              <pc:sldLayoutMk cId="552119573" sldId="2147483649"/>
              <ac:spMk id="7" creationId="{D9290BF2-0C25-514A-9D89-51E5C7543451}"/>
            </ac:spMkLst>
          </pc:spChg>
        </pc:sldLayoutChg>
        <pc:sldLayoutChg chg="modSp mod">
          <pc:chgData name="Alessio Bellino" userId="4d67f9ee-b7e6-436d-9ca9-011d058f5ab9" providerId="ADAL" clId="{D6D7F994-7B23-4B30-9E0D-141B518001FB}" dt="2025-09-03T15:48:48.805" v="127" actId="404"/>
          <pc:sldLayoutMkLst>
            <pc:docMk/>
            <pc:sldMasterMk cId="661577070" sldId="2147483648"/>
            <pc:sldLayoutMk cId="1168460104" sldId="2147483656"/>
          </pc:sldLayoutMkLst>
          <pc:spChg chg="mod">
            <ac:chgData name="Alessio Bellino" userId="4d67f9ee-b7e6-436d-9ca9-011d058f5ab9" providerId="ADAL" clId="{D6D7F994-7B23-4B30-9E0D-141B518001FB}" dt="2025-09-03T15:48:48.805" v="127" actId="404"/>
            <ac:spMkLst>
              <pc:docMk/>
              <pc:sldMasterMk cId="661577070" sldId="2147483648"/>
              <pc:sldLayoutMk cId="1168460104" sldId="2147483656"/>
              <ac:spMk id="2" creationId="{D7FA4241-75AB-E168-9F15-606C0FA2D9CB}"/>
            </ac:spMkLst>
          </pc:spChg>
          <pc:spChg chg="mod">
            <ac:chgData name="Alessio Bellino" userId="4d67f9ee-b7e6-436d-9ca9-011d058f5ab9" providerId="ADAL" clId="{D6D7F994-7B23-4B30-9E0D-141B518001FB}" dt="2025-09-03T15:29:29.320" v="121" actId="207"/>
            <ac:spMkLst>
              <pc:docMk/>
              <pc:sldMasterMk cId="661577070" sldId="2147483648"/>
              <pc:sldLayoutMk cId="1168460104" sldId="2147483656"/>
              <ac:spMk id="4" creationId="{A9CE6CAF-4FD0-1FA1-1965-C06A9FCE86EB}"/>
            </ac:spMkLst>
          </pc:spChg>
        </pc:sldLayoutChg>
        <pc:sldLayoutChg chg="modSp mod">
          <pc:chgData name="Alessio Bellino" userId="4d67f9ee-b7e6-436d-9ca9-011d058f5ab9" providerId="ADAL" clId="{D6D7F994-7B23-4B30-9E0D-141B518001FB}" dt="2025-09-03T15:49:12.616" v="132" actId="404"/>
          <pc:sldLayoutMkLst>
            <pc:docMk/>
            <pc:sldMasterMk cId="661577070" sldId="2147483648"/>
            <pc:sldLayoutMk cId="892857456" sldId="2147483657"/>
          </pc:sldLayoutMkLst>
          <pc:spChg chg="mod">
            <ac:chgData name="Alessio Bellino" userId="4d67f9ee-b7e6-436d-9ca9-011d058f5ab9" providerId="ADAL" clId="{D6D7F994-7B23-4B30-9E0D-141B518001FB}" dt="2025-09-03T15:49:12.616" v="132" actId="404"/>
            <ac:spMkLst>
              <pc:docMk/>
              <pc:sldMasterMk cId="661577070" sldId="2147483648"/>
              <pc:sldLayoutMk cId="892857456" sldId="2147483657"/>
              <ac:spMk id="2" creationId="{D7FA4241-75AB-E168-9F15-606C0FA2D9CB}"/>
            </ac:spMkLst>
          </pc:spChg>
          <pc:spChg chg="mod">
            <ac:chgData name="Alessio Bellino" userId="4d67f9ee-b7e6-436d-9ca9-011d058f5ab9" providerId="ADAL" clId="{D6D7F994-7B23-4B30-9E0D-141B518001FB}" dt="2025-09-03T15:29:23.023" v="120" actId="207"/>
            <ac:spMkLst>
              <pc:docMk/>
              <pc:sldMasterMk cId="661577070" sldId="2147483648"/>
              <pc:sldLayoutMk cId="892857456" sldId="2147483657"/>
              <ac:spMk id="4" creationId="{A9CE6CAF-4FD0-1FA1-1965-C06A9FCE86EB}"/>
            </ac:spMkLst>
          </pc:spChg>
        </pc:sldLayoutChg>
        <pc:sldLayoutChg chg="modSp mod">
          <pc:chgData name="Alessio Bellino" userId="4d67f9ee-b7e6-436d-9ca9-011d058f5ab9" providerId="ADAL" clId="{D6D7F994-7B23-4B30-9E0D-141B518001FB}" dt="2025-09-03T15:49:21.285" v="134" actId="404"/>
          <pc:sldLayoutMkLst>
            <pc:docMk/>
            <pc:sldMasterMk cId="661577070" sldId="2147483648"/>
            <pc:sldLayoutMk cId="2348620504" sldId="2147483658"/>
          </pc:sldLayoutMkLst>
          <pc:spChg chg="mod">
            <ac:chgData name="Alessio Bellino" userId="4d67f9ee-b7e6-436d-9ca9-011d058f5ab9" providerId="ADAL" clId="{D6D7F994-7B23-4B30-9E0D-141B518001FB}" dt="2025-09-03T15:49:21.285" v="134" actId="404"/>
            <ac:spMkLst>
              <pc:docMk/>
              <pc:sldMasterMk cId="661577070" sldId="2147483648"/>
              <pc:sldLayoutMk cId="2348620504" sldId="2147483658"/>
              <ac:spMk id="2" creationId="{D7FA4241-75AB-E168-9F15-606C0FA2D9CB}"/>
            </ac:spMkLst>
          </pc:spChg>
          <pc:spChg chg="mod">
            <ac:chgData name="Alessio Bellino" userId="4d67f9ee-b7e6-436d-9ca9-011d058f5ab9" providerId="ADAL" clId="{D6D7F994-7B23-4B30-9E0D-141B518001FB}" dt="2025-09-03T15:29:01.370" v="113" actId="207"/>
            <ac:spMkLst>
              <pc:docMk/>
              <pc:sldMasterMk cId="661577070" sldId="2147483648"/>
              <pc:sldLayoutMk cId="2348620504" sldId="2147483658"/>
              <ac:spMk id="4" creationId="{A9CE6CAF-4FD0-1FA1-1965-C06A9FCE86EB}"/>
            </ac:spMkLst>
          </pc:spChg>
        </pc:sldLayoutChg>
        <pc:sldLayoutChg chg="addSp delSp modSp mod">
          <pc:chgData name="Alessio Bellino" userId="4d67f9ee-b7e6-436d-9ca9-011d058f5ab9" providerId="ADAL" clId="{D6D7F994-7B23-4B30-9E0D-141B518001FB}" dt="2025-09-03T15:49:28.125" v="136" actId="404"/>
          <pc:sldLayoutMkLst>
            <pc:docMk/>
            <pc:sldMasterMk cId="661577070" sldId="2147483648"/>
            <pc:sldLayoutMk cId="1471266884" sldId="2147483659"/>
          </pc:sldLayoutMkLst>
          <pc:spChg chg="mod">
            <ac:chgData name="Alessio Bellino" userId="4d67f9ee-b7e6-436d-9ca9-011d058f5ab9" providerId="ADAL" clId="{D6D7F994-7B23-4B30-9E0D-141B518001FB}" dt="2025-09-03T15:49:28.125" v="136" actId="404"/>
            <ac:spMkLst>
              <pc:docMk/>
              <pc:sldMasterMk cId="661577070" sldId="2147483648"/>
              <pc:sldLayoutMk cId="1471266884" sldId="2147483659"/>
              <ac:spMk id="2" creationId="{D7FA4241-75AB-E168-9F15-606C0FA2D9CB}"/>
            </ac:spMkLst>
          </pc:spChg>
          <pc:spChg chg="add mod">
            <ac:chgData name="Alessio Bellino" userId="4d67f9ee-b7e6-436d-9ca9-011d058f5ab9" providerId="ADAL" clId="{D6D7F994-7B23-4B30-9E0D-141B518001FB}" dt="2025-08-27T01:11:08.780" v="46" actId="1035"/>
            <ac:spMkLst>
              <pc:docMk/>
              <pc:sldMasterMk cId="661577070" sldId="2147483648"/>
              <pc:sldLayoutMk cId="1471266884" sldId="2147483659"/>
              <ac:spMk id="3" creationId="{F876292C-B4E7-FCE3-1E74-154C919298A3}"/>
            </ac:spMkLst>
          </pc:spChg>
          <pc:spChg chg="mod">
            <ac:chgData name="Alessio Bellino" userId="4d67f9ee-b7e6-436d-9ca9-011d058f5ab9" providerId="ADAL" clId="{D6D7F994-7B23-4B30-9E0D-141B518001FB}" dt="2025-09-03T15:29:00.979" v="112" actId="207"/>
            <ac:spMkLst>
              <pc:docMk/>
              <pc:sldMasterMk cId="661577070" sldId="2147483648"/>
              <pc:sldLayoutMk cId="1471266884" sldId="2147483659"/>
              <ac:spMk id="4" creationId="{A9CE6CAF-4FD0-1FA1-1965-C06A9FCE86EB}"/>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5" creationId="{6F44FAD5-85C0-5126-BEBB-39AE90164067}"/>
            </ac:spMkLst>
          </pc:spChg>
          <pc:spChg chg="add mod">
            <ac:chgData name="Alessio Bellino" userId="4d67f9ee-b7e6-436d-9ca9-011d058f5ab9" providerId="ADAL" clId="{D6D7F994-7B23-4B30-9E0D-141B518001FB}" dt="2025-08-27T01:10:37.653" v="27" actId="1076"/>
            <ac:spMkLst>
              <pc:docMk/>
              <pc:sldMasterMk cId="661577070" sldId="2147483648"/>
              <pc:sldLayoutMk cId="1471266884" sldId="2147483659"/>
              <ac:spMk id="6" creationId="{5E15C401-2708-BE2C-313C-6E972121150A}"/>
            </ac:spMkLst>
          </pc:spChg>
          <pc:spChg chg="mod">
            <ac:chgData name="Alessio Bellino" userId="4d67f9ee-b7e6-436d-9ca9-011d058f5ab9" providerId="ADAL" clId="{D6D7F994-7B23-4B30-9E0D-141B518001FB}" dt="2025-08-27T01:11:08.780" v="46" actId="1035"/>
            <ac:spMkLst>
              <pc:docMk/>
              <pc:sldMasterMk cId="661577070" sldId="2147483648"/>
              <pc:sldLayoutMk cId="1471266884" sldId="2147483659"/>
              <ac:spMk id="10" creationId="{7EE5EA41-8A93-19E6-0938-921548C16043}"/>
            </ac:spMkLst>
          </pc:spChg>
          <pc:spChg chg="mod">
            <ac:chgData name="Alessio Bellino" userId="4d67f9ee-b7e6-436d-9ca9-011d058f5ab9" providerId="ADAL" clId="{D6D7F994-7B23-4B30-9E0D-141B518001FB}" dt="2025-08-27T01:11:37.001" v="74" actId="14100"/>
            <ac:spMkLst>
              <pc:docMk/>
              <pc:sldMasterMk cId="661577070" sldId="2147483648"/>
              <pc:sldLayoutMk cId="1471266884" sldId="2147483659"/>
              <ac:spMk id="13" creationId="{33A5CA17-0E07-7C00-D057-B222092BBE90}"/>
            </ac:spMkLst>
          </pc:spChg>
        </pc:sldLayoutChg>
        <pc:sldLayoutChg chg="addSp delSp modSp mod">
          <pc:chgData name="Alessio Bellino" userId="4d67f9ee-b7e6-436d-9ca9-011d058f5ab9" providerId="ADAL" clId="{D6D7F994-7B23-4B30-9E0D-141B518001FB}" dt="2025-09-03T15:48:58.086" v="129" actId="403"/>
          <pc:sldLayoutMkLst>
            <pc:docMk/>
            <pc:sldMasterMk cId="661577070" sldId="2147483648"/>
            <pc:sldLayoutMk cId="1862163226" sldId="2147483660"/>
          </pc:sldLayoutMkLst>
          <pc:spChg chg="mod">
            <ac:chgData name="Alessio Bellino" userId="4d67f9ee-b7e6-436d-9ca9-011d058f5ab9" providerId="ADAL" clId="{D6D7F994-7B23-4B30-9E0D-141B518001FB}" dt="2025-09-03T15:48:58.086" v="129" actId="403"/>
            <ac:spMkLst>
              <pc:docMk/>
              <pc:sldMasterMk cId="661577070" sldId="2147483648"/>
              <pc:sldLayoutMk cId="1862163226" sldId="2147483660"/>
              <ac:spMk id="2" creationId="{F452E439-A5BF-EE24-C08E-1F9F20701E7E}"/>
            </ac:spMkLst>
          </pc:spChg>
          <pc:spChg chg="mod">
            <ac:chgData name="Alessio Bellino" userId="4d67f9ee-b7e6-436d-9ca9-011d058f5ab9" providerId="ADAL" clId="{D6D7F994-7B23-4B30-9E0D-141B518001FB}" dt="2025-09-03T15:29:32.545" v="122" actId="207"/>
            <ac:spMkLst>
              <pc:docMk/>
              <pc:sldMasterMk cId="661577070" sldId="2147483648"/>
              <pc:sldLayoutMk cId="1862163226" sldId="2147483660"/>
              <ac:spMk id="7" creationId="{D9290BF2-0C25-514A-9D89-51E5C7543451}"/>
            </ac:spMkLst>
          </pc:spChg>
        </pc:sldLayoutChg>
        <pc:sldLayoutChg chg="modSp mod">
          <pc:chgData name="Alessio Bellino" userId="4d67f9ee-b7e6-436d-9ca9-011d058f5ab9" providerId="ADAL" clId="{D6D7F994-7B23-4B30-9E0D-141B518001FB}" dt="2025-09-03T15:49:36.430" v="140" actId="404"/>
          <pc:sldLayoutMkLst>
            <pc:docMk/>
            <pc:sldMasterMk cId="661577070" sldId="2147483648"/>
            <pc:sldLayoutMk cId="4274332006" sldId="2147483661"/>
          </pc:sldLayoutMkLst>
          <pc:spChg chg="mod">
            <ac:chgData name="Alessio Bellino" userId="4d67f9ee-b7e6-436d-9ca9-011d058f5ab9" providerId="ADAL" clId="{D6D7F994-7B23-4B30-9E0D-141B518001FB}" dt="2025-09-03T15:49:36.430" v="140" actId="404"/>
            <ac:spMkLst>
              <pc:docMk/>
              <pc:sldMasterMk cId="661577070" sldId="2147483648"/>
              <pc:sldLayoutMk cId="4274332006" sldId="2147483661"/>
              <ac:spMk id="2" creationId="{D7FA4241-75AB-E168-9F15-606C0FA2D9CB}"/>
            </ac:spMkLst>
          </pc:spChg>
          <pc:spChg chg="mod">
            <ac:chgData name="Alessio Bellino" userId="4d67f9ee-b7e6-436d-9ca9-011d058f5ab9" providerId="ADAL" clId="{D6D7F994-7B23-4B30-9E0D-141B518001FB}" dt="2025-09-03T15:29:00.051" v="110" actId="207"/>
            <ac:spMkLst>
              <pc:docMk/>
              <pc:sldMasterMk cId="661577070" sldId="2147483648"/>
              <pc:sldLayoutMk cId="4274332006" sldId="2147483661"/>
              <ac:spMk id="6" creationId="{A414259A-EE28-0473-21CE-0257CE7539E5}"/>
            </ac:spMkLst>
          </pc:spChg>
        </pc:sldLayoutChg>
        <pc:sldLayoutChg chg="modSp mod">
          <pc:chgData name="Alessio Bellino" userId="4d67f9ee-b7e6-436d-9ca9-011d058f5ab9" providerId="ADAL" clId="{D6D7F994-7B23-4B30-9E0D-141B518001FB}" dt="2025-09-03T15:49:33.029" v="138" actId="404"/>
          <pc:sldLayoutMkLst>
            <pc:docMk/>
            <pc:sldMasterMk cId="661577070" sldId="2147483648"/>
            <pc:sldLayoutMk cId="708463557" sldId="2147483662"/>
          </pc:sldLayoutMkLst>
          <pc:spChg chg="mod">
            <ac:chgData name="Alessio Bellino" userId="4d67f9ee-b7e6-436d-9ca9-011d058f5ab9" providerId="ADAL" clId="{D6D7F994-7B23-4B30-9E0D-141B518001FB}" dt="2025-09-03T15:49:33.029" v="138" actId="404"/>
            <ac:spMkLst>
              <pc:docMk/>
              <pc:sldMasterMk cId="661577070" sldId="2147483648"/>
              <pc:sldLayoutMk cId="708463557" sldId="2147483662"/>
              <ac:spMk id="2" creationId="{D7FA4241-75AB-E168-9F15-606C0FA2D9CB}"/>
            </ac:spMkLst>
          </pc:spChg>
          <pc:spChg chg="mod">
            <ac:chgData name="Alessio Bellino" userId="4d67f9ee-b7e6-436d-9ca9-011d058f5ab9" providerId="ADAL" clId="{D6D7F994-7B23-4B30-9E0D-141B518001FB}" dt="2025-09-03T15:29:00.547" v="111" actId="207"/>
            <ac:spMkLst>
              <pc:docMk/>
              <pc:sldMasterMk cId="661577070" sldId="2147483648"/>
              <pc:sldLayoutMk cId="708463557" sldId="2147483662"/>
              <ac:spMk id="6" creationId="{A414259A-EE28-0473-21CE-0257CE7539E5}"/>
            </ac:spMkLst>
          </pc:spChg>
        </pc:sldLayoutChg>
        <pc:sldLayoutChg chg="modSp mod">
          <pc:chgData name="Alessio Bellino" userId="4d67f9ee-b7e6-436d-9ca9-011d058f5ab9" providerId="ADAL" clId="{D6D7F994-7B23-4B30-9E0D-141B518001FB}" dt="2025-09-03T15:49:48.493" v="146" actId="404"/>
          <pc:sldLayoutMkLst>
            <pc:docMk/>
            <pc:sldMasterMk cId="661577070" sldId="2147483648"/>
            <pc:sldLayoutMk cId="1162041891" sldId="2147483663"/>
          </pc:sldLayoutMkLst>
          <pc:spChg chg="mod">
            <ac:chgData name="Alessio Bellino" userId="4d67f9ee-b7e6-436d-9ca9-011d058f5ab9" providerId="ADAL" clId="{D6D7F994-7B23-4B30-9E0D-141B518001FB}" dt="2025-09-03T15:49:48.493" v="146" actId="404"/>
            <ac:spMkLst>
              <pc:docMk/>
              <pc:sldMasterMk cId="661577070" sldId="2147483648"/>
              <pc:sldLayoutMk cId="1162041891" sldId="2147483663"/>
              <ac:spMk id="2" creationId="{D7FA4241-75AB-E168-9F15-606C0FA2D9CB}"/>
            </ac:spMkLst>
          </pc:spChg>
          <pc:spChg chg="mod">
            <ac:chgData name="Alessio Bellino" userId="4d67f9ee-b7e6-436d-9ca9-011d058f5ab9" providerId="ADAL" clId="{D6D7F994-7B23-4B30-9E0D-141B518001FB}" dt="2025-09-03T15:49:46.156" v="144" actId="403"/>
            <ac:spMkLst>
              <pc:docMk/>
              <pc:sldMasterMk cId="661577070" sldId="2147483648"/>
              <pc:sldLayoutMk cId="1162041891" sldId="2147483663"/>
              <ac:spMk id="6" creationId="{A414259A-EE28-0473-21CE-0257CE7539E5}"/>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¡Misión cumplida! Has cargado a tu robot con energía. Ahora es el momento de usar ese poder para desbloquear su función más importante: ¡un corazón que late! En esta misión, no solo crearás una animación, sino que le darás a tu robot un "estado de ánimo". Aprenderás a usar variables de estado para que el corazón de tu robot pueda pasar de un estado "activo" a uno "durmiente" con solo inclinar el dispositivo, cambiando su comportamiento en tiempo real.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iniciar`, fijamos `pausaLarga` y `pausaCorta` en el ritmo "tranquilo". Ojo: estas variables no guardan velocidad sino milisegundos de espera — mientras más espera, más lento late el corazón. El `bucle principal` usa constantemente estas variables para definir las pausas de la animación. Los dos bloques de evento de inclinación escuchan en segundo plano. Cuando inclinas el celular de lado, el evento correspondiente cambia los números en las variables a valores más pequeños, haciendo que el bucle (que siempre los está leyendo) se acelere. ¡El corazón se agita! Cuando lo vuelves a poner boca arriba, el otro evento restablece la velocidad normal. Y un detalle importante: el ritmo tranquilo aparece dos veces — en `Al iniciar` y en el gesto que devuelve la calma. Si cambias uno, cambia también el otro, o el gesto deshará tu ajuste.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1"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dirty="0"/>
          </a:p>
        </p:txBody>
      </p:sp>
      <p:sp>
        <p:nvSpPr>
          <p:cNvPr id="8" name="Rectangle: Rounded Corners 7">
            <a:extLst>
              <a:ext uri="{FF2B5EF4-FFF2-40B4-BE49-F238E27FC236}">
                <a16:creationId xmlns:a16="http://schemas.microsoft.com/office/drawing/2014/main" id="{B1EBC41C-1973-BA75-6DA5-7476F2924EA7}"/>
              </a:ext>
            </a:extLst>
          </p:cNvPr>
          <p:cNvSpPr/>
          <p:nvPr userDrawn="1"/>
        </p:nvSpPr>
        <p:spPr>
          <a:xfrm>
            <a:off x="313509" y="1384663"/>
            <a:ext cx="11529241" cy="5130437"/>
          </a:xfrm>
          <a:prstGeom prst="roundRect">
            <a:avLst>
              <a:gd name="adj" fmla="val 3565"/>
            </a:avLst>
          </a:prstGeom>
          <a:solidFill>
            <a:srgbClr val="FACC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49250" y="332438"/>
            <a:ext cx="9702800" cy="498598"/>
          </a:xfrm>
        </p:spPr>
        <p:txBody>
          <a:bodyPr lIns="0" tIns="0" rIns="0" bIns="0" anchor="ctr" anchorCtr="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5B2B2810-E0CF-406E-4F44-3A1E40441DD8}"/>
              </a:ext>
            </a:extLst>
          </p:cNvPr>
          <p:cNvSpPr>
            <a:spLocks noGrp="1"/>
          </p:cNvSpPr>
          <p:nvPr>
            <p:ph type="subTitle" idx="1"/>
          </p:nvPr>
        </p:nvSpPr>
        <p:spPr>
          <a:xfrm>
            <a:off x="719394" y="3354907"/>
            <a:ext cx="2755326" cy="2828179"/>
          </a:xfrm>
        </p:spPr>
        <p:txBody>
          <a:bodyPr lIns="0" tIns="0" rIns="0" bIns="0" anchor="b" anchorCtr="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3684945" y="1769366"/>
            <a:ext cx="7745054" cy="4413720"/>
          </a:xfrm>
          <a:prstGeom prst="roundRect">
            <a:avLst>
              <a:gd name="adj" fmla="val 3456"/>
            </a:avLst>
          </a:prstGeom>
          <a:noFill/>
          <a:ln w="57150">
            <a:solidFill>
              <a:srgbClr val="FFFFFF"/>
            </a:solidFill>
          </a:ln>
        </p:spPr>
        <p:txBody>
          <a:bodyPr/>
          <a:lstStyle/>
          <a:p>
            <a:endParaRPr lang="en-US"/>
          </a:p>
        </p:txBody>
      </p:sp>
      <p:pic>
        <p:nvPicPr>
          <p:cNvPr id="10" name="Graphic 9">
            <a:extLst>
              <a:ext uri="{FF2B5EF4-FFF2-40B4-BE49-F238E27FC236}">
                <a16:creationId xmlns:a16="http://schemas.microsoft.com/office/drawing/2014/main" id="{AB9BB7E5-C85F-0334-276C-7C712C2ED2F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2626" y="388103"/>
            <a:ext cx="1640124" cy="369739"/>
          </a:xfrm>
          <a:prstGeom prst="rect">
            <a:avLst/>
          </a:prstGeom>
        </p:spPr>
      </p:pic>
      <p:grpSp>
        <p:nvGrpSpPr>
          <p:cNvPr id="12" name="Group 11">
            <a:extLst>
              <a:ext uri="{FF2B5EF4-FFF2-40B4-BE49-F238E27FC236}">
                <a16:creationId xmlns:a16="http://schemas.microsoft.com/office/drawing/2014/main" id="{1079A8B7-BAF0-EF58-AC85-EFDE61C90324}"/>
              </a:ext>
            </a:extLst>
          </p:cNvPr>
          <p:cNvGrpSpPr/>
          <p:nvPr userDrawn="1"/>
        </p:nvGrpSpPr>
        <p:grpSpPr>
          <a:xfrm>
            <a:off x="719394" y="1776715"/>
            <a:ext cx="1383463" cy="1317216"/>
            <a:chOff x="1784610" y="2330845"/>
            <a:chExt cx="1383463" cy="1317216"/>
          </a:xfrm>
        </p:grpSpPr>
        <p:sp>
          <p:nvSpPr>
            <p:cNvPr id="11" name="Rectangle: Rounded Corners 10">
              <a:extLst>
                <a:ext uri="{FF2B5EF4-FFF2-40B4-BE49-F238E27FC236}">
                  <a16:creationId xmlns:a16="http://schemas.microsoft.com/office/drawing/2014/main" id="{6EA8E70E-EF90-8C91-7557-6DA5901AE857}"/>
                </a:ext>
              </a:extLst>
            </p:cNvPr>
            <p:cNvSpPr/>
            <p:nvPr userDrawn="1"/>
          </p:nvSpPr>
          <p:spPr>
            <a:xfrm>
              <a:off x="1784610" y="2330845"/>
              <a:ext cx="1383463" cy="1317216"/>
            </a:xfrm>
            <a:prstGeom prst="roundRect">
              <a:avLst>
                <a:gd name="adj" fmla="val 8403"/>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Graphic 4">
              <a:extLst>
                <a:ext uri="{FF2B5EF4-FFF2-40B4-BE49-F238E27FC236}">
                  <a16:creationId xmlns:a16="http://schemas.microsoft.com/office/drawing/2014/main" id="{D9C78F5D-0C65-AD3C-3EA2-AE6C8BBC813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072559" y="2451078"/>
              <a:ext cx="807564" cy="1076750"/>
            </a:xfrm>
            <a:prstGeom prst="rect">
              <a:avLst/>
            </a:prstGeom>
          </p:spPr>
        </p:pic>
      </p:grpSp>
    </p:spTree>
    <p:extLst>
      <p:ext uri="{BB962C8B-B14F-4D97-AF65-F5344CB8AC3E}">
        <p14:creationId xmlns:p14="http://schemas.microsoft.com/office/powerpoint/2010/main" val="5521195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at-to-d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9290BF2-0C25-514A-9D89-51E5C7543451}"/>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nchorCtr="0"/>
          <a:lstStyle/>
          <a:p>
            <a:pPr algn="ctr"/>
            <a:endParaRPr lang="en-US"/>
          </a:p>
        </p:txBody>
      </p:sp>
      <p:sp>
        <p:nvSpPr>
          <p:cNvPr id="2" name="Title 1">
            <a:extLst>
              <a:ext uri="{FF2B5EF4-FFF2-40B4-BE49-F238E27FC236}">
                <a16:creationId xmlns:a16="http://schemas.microsoft.com/office/drawing/2014/main" id="{F452E439-A5BF-EE24-C08E-1F9F20701E7E}"/>
              </a:ext>
            </a:extLst>
          </p:cNvPr>
          <p:cNvSpPr>
            <a:spLocks noGrp="1"/>
          </p:cNvSpPr>
          <p:nvPr>
            <p:ph type="ctrTitle"/>
          </p:nvPr>
        </p:nvSpPr>
        <p:spPr>
          <a:xfrm>
            <a:off x="357517" y="352860"/>
            <a:ext cx="11489043" cy="498598"/>
          </a:xfrm>
        </p:spPr>
        <p:txBody>
          <a:bodyPr wrap="square" lIns="0" tIns="0" rIns="0" bIns="0" anchor="ctr" anchorCtr="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6" name="Picture Placeholder 5">
            <a:extLst>
              <a:ext uri="{FF2B5EF4-FFF2-40B4-BE49-F238E27FC236}">
                <a16:creationId xmlns:a16="http://schemas.microsoft.com/office/drawing/2014/main" id="{5E4B69F6-FE45-27AD-6411-FD4BBF3B0AE0}"/>
              </a:ext>
            </a:extLst>
          </p:cNvPr>
          <p:cNvSpPr>
            <a:spLocks noGrp="1"/>
          </p:cNvSpPr>
          <p:nvPr>
            <p:ph type="pic" sz="quarter" idx="11"/>
          </p:nvPr>
        </p:nvSpPr>
        <p:spPr>
          <a:xfrm>
            <a:off x="1441138" y="1197600"/>
            <a:ext cx="9331959" cy="5318057"/>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1862163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52629" y="405753"/>
            <a:ext cx="11509172"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2468" y="2107350"/>
            <a:ext cx="7742784" cy="4412426"/>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8469867" y="2107347"/>
            <a:ext cx="3379665" cy="4412427"/>
          </a:xfrm>
          <a:prstGeom prst="roundRect">
            <a:avLst>
              <a:gd name="adj" fmla="val 4602"/>
            </a:avLst>
          </a:prstGeom>
          <a:solidFill>
            <a:srgbClr val="000000">
              <a:alpha val="5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8460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6207" y="401133"/>
            <a:ext cx="11505434" cy="498598"/>
          </a:xfrm>
        </p:spPr>
        <p:txBody>
          <a:bodyPr wrap="square"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5152" y="1376583"/>
            <a:ext cx="5483524" cy="3124928"/>
          </a:xfrm>
          <a:prstGeom prst="roundRect">
            <a:avLst>
              <a:gd name="adj" fmla="val 3456"/>
            </a:avLst>
          </a:prstGeom>
          <a:solidFill>
            <a:schemeClr val="tx1"/>
          </a:solidFill>
          <a:ln w="5715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5151" y="4836160"/>
            <a:ext cx="11505434" cy="1692886"/>
          </a:xfrm>
          <a:prstGeom prst="roundRect">
            <a:avLst>
              <a:gd name="adj" fmla="val 9302"/>
            </a:avLst>
          </a:prstGeom>
          <a:solidFill>
            <a:srgbClr val="000000">
              <a:alpha val="40000"/>
            </a:srgbClr>
          </a:solidFill>
        </p:spPr>
        <p:txBody>
          <a:bodyPr anchor="ctr" anchorCtr="0">
            <a:norm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5">
            <a:extLst>
              <a:ext uri="{FF2B5EF4-FFF2-40B4-BE49-F238E27FC236}">
                <a16:creationId xmlns:a16="http://schemas.microsoft.com/office/drawing/2014/main" id="{0DF48D15-1243-3CFE-9BF8-52297AA92FD4}"/>
              </a:ext>
            </a:extLst>
          </p:cNvPr>
          <p:cNvSpPr>
            <a:spLocks noGrp="1"/>
          </p:cNvSpPr>
          <p:nvPr>
            <p:ph type="pic" sz="quarter" idx="13"/>
          </p:nvPr>
        </p:nvSpPr>
        <p:spPr>
          <a:xfrm>
            <a:off x="6363324" y="1376583"/>
            <a:ext cx="5483524" cy="3124928"/>
          </a:xfrm>
          <a:prstGeom prst="roundRect">
            <a:avLst>
              <a:gd name="adj" fmla="val 3456"/>
            </a:avLst>
          </a:prstGeom>
          <a:solidFill>
            <a:schemeClr val="tx1"/>
          </a:solidFill>
          <a:ln w="57150">
            <a:noFill/>
          </a:ln>
        </p:spPr>
        <p:txBody>
          <a:bodyPr/>
          <a:lstStyle/>
          <a:p>
            <a:endParaRPr lang="en-US"/>
          </a:p>
        </p:txBody>
      </p:sp>
    </p:spTree>
    <p:extLst>
      <p:ext uri="{BB962C8B-B14F-4D97-AF65-F5344CB8AC3E}">
        <p14:creationId xmlns:p14="http://schemas.microsoft.com/office/powerpoint/2010/main" val="892857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im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845" y="399603"/>
            <a:ext cx="1151688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33375" y="1346630"/>
            <a:ext cx="3577086" cy="2038495"/>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3774775"/>
            <a:ext cx="11524350" cy="2757636"/>
          </a:xfrm>
          <a:prstGeom prst="roundRect">
            <a:avLst>
              <a:gd name="adj" fmla="val 4836"/>
            </a:avLst>
          </a:prstGeom>
          <a:solidFill>
            <a:srgbClr val="000000">
              <a:alpha val="40000"/>
            </a:srgb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F2FA5519-3AB3-CEC1-AE02-532EC2CCB4D8}"/>
              </a:ext>
            </a:extLst>
          </p:cNvPr>
          <p:cNvSpPr>
            <a:spLocks noGrp="1"/>
          </p:cNvSpPr>
          <p:nvPr>
            <p:ph type="pic" sz="quarter" idx="13"/>
          </p:nvPr>
        </p:nvSpPr>
        <p:spPr>
          <a:xfrm>
            <a:off x="4307007" y="1346630"/>
            <a:ext cx="3577086" cy="2038495"/>
          </a:xfrm>
          <a:prstGeom prst="roundRect">
            <a:avLst>
              <a:gd name="adj" fmla="val 3456"/>
            </a:avLst>
          </a:prstGeom>
          <a:solidFill>
            <a:schemeClr val="tx1"/>
          </a:solidFill>
          <a:ln w="38100">
            <a:noFill/>
          </a:ln>
        </p:spPr>
        <p:txBody>
          <a:bodyPr/>
          <a:lstStyle/>
          <a:p>
            <a:endParaRPr lang="en-US"/>
          </a:p>
        </p:txBody>
      </p:sp>
      <p:sp>
        <p:nvSpPr>
          <p:cNvPr id="9" name="Picture Placeholder 5">
            <a:extLst>
              <a:ext uri="{FF2B5EF4-FFF2-40B4-BE49-F238E27FC236}">
                <a16:creationId xmlns:a16="http://schemas.microsoft.com/office/drawing/2014/main" id="{31B82278-DD8A-4CE0-788E-1B913AF1EBBC}"/>
              </a:ext>
            </a:extLst>
          </p:cNvPr>
          <p:cNvSpPr>
            <a:spLocks noGrp="1"/>
          </p:cNvSpPr>
          <p:nvPr>
            <p:ph type="pic" sz="quarter" idx="14"/>
          </p:nvPr>
        </p:nvSpPr>
        <p:spPr>
          <a:xfrm>
            <a:off x="8280639" y="1346630"/>
            <a:ext cx="3577086" cy="2038495"/>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2348620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our-img">
    <p:bg>
      <p:bgPr>
        <a:solidFill>
          <a:srgbClr val="000000">
            <a:alpha val="40000"/>
          </a:srgbClr>
        </a:solidFill>
        <a:effectLst/>
      </p:bgPr>
    </p:bg>
    <p:spTree>
      <p:nvGrpSpPr>
        <p:cNvPr id="1" name=""/>
        <p:cNvGrpSpPr/>
        <p:nvPr/>
      </p:nvGrpSpPr>
      <p:grpSpPr>
        <a:xfrm>
          <a:off x="0" y="0"/>
          <a:ext cx="0" cy="0"/>
          <a:chOff x="0" y="0"/>
          <a:chExt cx="0" cy="0"/>
        </a:xfrm>
      </p:grpSpPr>
      <p:sp>
        <p:nvSpPr>
          <p:cNvPr id="4" name="background_shape">
            <a:extLst>
              <a:ext uri="{FF2B5EF4-FFF2-40B4-BE49-F238E27FC236}">
                <a16:creationId xmlns:a16="http://schemas.microsoft.com/office/drawing/2014/main" id="{A9CE6CAF-4FD0-1FA1-1965-C06A9FCE86EB}"/>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1745" y="396509"/>
            <a:ext cx="11508510" cy="498598"/>
          </a:xfrm>
        </p:spPr>
        <p:txBody>
          <a:bodyPr wrap="square" lIns="0" tIns="0" rIns="0" bIns="0">
            <a:spAutoFit/>
          </a:bodyPr>
          <a:lstStyle>
            <a:lvl1pPr algn="ctr">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10" name="Picture Placeholder 5">
            <a:extLst>
              <a:ext uri="{FF2B5EF4-FFF2-40B4-BE49-F238E27FC236}">
                <a16:creationId xmlns:a16="http://schemas.microsoft.com/office/drawing/2014/main" id="{7EE5EA41-8A93-19E6-0938-921548C16043}"/>
              </a:ext>
            </a:extLst>
          </p:cNvPr>
          <p:cNvSpPr>
            <a:spLocks noGrp="1"/>
          </p:cNvSpPr>
          <p:nvPr>
            <p:ph type="pic" sz="quarter" idx="15"/>
          </p:nvPr>
        </p:nvSpPr>
        <p:spPr>
          <a:xfrm>
            <a:off x="336974" y="1330039"/>
            <a:ext cx="3898598" cy="2221717"/>
          </a:xfrm>
          <a:prstGeom prst="roundRect">
            <a:avLst>
              <a:gd name="adj" fmla="val 3456"/>
            </a:avLst>
          </a:prstGeom>
          <a:solidFill>
            <a:schemeClr val="tx1"/>
          </a:solidFill>
          <a:ln w="38100">
            <a:noFill/>
          </a:ln>
        </p:spPr>
        <p:txBody>
          <a:bodyPr/>
          <a:lstStyle/>
          <a:p>
            <a:endParaRPr lang="en-US"/>
          </a:p>
        </p:txBody>
      </p:sp>
      <p:sp>
        <p:nvSpPr>
          <p:cNvPr id="13" name="Text Placeholder 6">
            <a:extLst>
              <a:ext uri="{FF2B5EF4-FFF2-40B4-BE49-F238E27FC236}">
                <a16:creationId xmlns:a16="http://schemas.microsoft.com/office/drawing/2014/main" id="{33A5CA17-0E07-7C00-D057-B222092BBE90}"/>
              </a:ext>
            </a:extLst>
          </p:cNvPr>
          <p:cNvSpPr>
            <a:spLocks noGrp="1"/>
          </p:cNvSpPr>
          <p:nvPr>
            <p:ph type="body" sz="quarter" idx="12"/>
          </p:nvPr>
        </p:nvSpPr>
        <p:spPr>
          <a:xfrm>
            <a:off x="8793018" y="1335991"/>
            <a:ext cx="3062205" cy="5180899"/>
          </a:xfrm>
          <a:prstGeom prst="roundRect">
            <a:avLst>
              <a:gd name="adj" fmla="val 3016"/>
            </a:avLst>
          </a:prstGeom>
          <a:solidFill>
            <a:schemeClr val="tx1">
              <a:lumMod val="85000"/>
              <a:lumOff val="15000"/>
            </a:schemeClr>
          </a:solidFill>
        </p:spPr>
        <p:txBody>
          <a:bodyPr anchor="ctr" anchorCtr="0">
            <a:normAutofit/>
          </a:bodyPr>
          <a:lstStyle>
            <a:lvl1pPr marL="0" indent="0">
              <a:buNone/>
              <a:defRPr sz="1800">
                <a:solidFill>
                  <a:schemeClr val="bg1"/>
                </a:solidFill>
              </a:defRPr>
            </a:lvl1pPr>
            <a:lvl2pPr>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5">
            <a:extLst>
              <a:ext uri="{FF2B5EF4-FFF2-40B4-BE49-F238E27FC236}">
                <a16:creationId xmlns:a16="http://schemas.microsoft.com/office/drawing/2014/main" id="{F876292C-B4E7-FCE3-1E74-154C919298A3}"/>
              </a:ext>
            </a:extLst>
          </p:cNvPr>
          <p:cNvSpPr>
            <a:spLocks noGrp="1"/>
          </p:cNvSpPr>
          <p:nvPr>
            <p:ph type="pic" sz="quarter" idx="19"/>
          </p:nvPr>
        </p:nvSpPr>
        <p:spPr>
          <a:xfrm>
            <a:off x="4540373" y="1330039"/>
            <a:ext cx="3898598" cy="2221717"/>
          </a:xfrm>
          <a:prstGeom prst="roundRect">
            <a:avLst>
              <a:gd name="adj" fmla="val 3456"/>
            </a:avLst>
          </a:prstGeom>
          <a:solidFill>
            <a:schemeClr val="tx1"/>
          </a:solidFill>
          <a:ln w="38100">
            <a:noFill/>
          </a:ln>
        </p:spPr>
        <p:txBody>
          <a:bodyPr/>
          <a:lstStyle/>
          <a:p>
            <a:endParaRPr lang="en-US"/>
          </a:p>
        </p:txBody>
      </p:sp>
      <p:sp>
        <p:nvSpPr>
          <p:cNvPr id="5" name="Picture Placeholder 5">
            <a:extLst>
              <a:ext uri="{FF2B5EF4-FFF2-40B4-BE49-F238E27FC236}">
                <a16:creationId xmlns:a16="http://schemas.microsoft.com/office/drawing/2014/main" id="{6F44FAD5-85C0-5126-BEBB-39AE90164067}"/>
              </a:ext>
            </a:extLst>
          </p:cNvPr>
          <p:cNvSpPr>
            <a:spLocks noGrp="1"/>
          </p:cNvSpPr>
          <p:nvPr>
            <p:ph type="pic" sz="quarter" idx="20"/>
          </p:nvPr>
        </p:nvSpPr>
        <p:spPr>
          <a:xfrm>
            <a:off x="336974" y="4295174"/>
            <a:ext cx="3898598" cy="2221717"/>
          </a:xfrm>
          <a:prstGeom prst="roundRect">
            <a:avLst>
              <a:gd name="adj" fmla="val 3456"/>
            </a:avLst>
          </a:prstGeom>
          <a:solidFill>
            <a:schemeClr val="tx1"/>
          </a:solidFill>
          <a:ln w="38100">
            <a:noFill/>
          </a:ln>
        </p:spPr>
        <p:txBody>
          <a:bodyPr/>
          <a:lstStyle/>
          <a:p>
            <a:endParaRPr lang="en-US"/>
          </a:p>
        </p:txBody>
      </p:sp>
      <p:sp>
        <p:nvSpPr>
          <p:cNvPr id="6" name="Picture Placeholder 5">
            <a:extLst>
              <a:ext uri="{FF2B5EF4-FFF2-40B4-BE49-F238E27FC236}">
                <a16:creationId xmlns:a16="http://schemas.microsoft.com/office/drawing/2014/main" id="{5E15C401-2708-BE2C-313C-6E972121150A}"/>
              </a:ext>
            </a:extLst>
          </p:cNvPr>
          <p:cNvSpPr>
            <a:spLocks noGrp="1"/>
          </p:cNvSpPr>
          <p:nvPr>
            <p:ph type="pic" sz="quarter" idx="21"/>
          </p:nvPr>
        </p:nvSpPr>
        <p:spPr>
          <a:xfrm>
            <a:off x="4540373" y="4295174"/>
            <a:ext cx="3898598" cy="2221717"/>
          </a:xfrm>
          <a:prstGeom prst="roundRect">
            <a:avLst>
              <a:gd name="adj" fmla="val 3456"/>
            </a:avLst>
          </a:prstGeom>
          <a:solidFill>
            <a:schemeClr val="tx1"/>
          </a:solidFill>
          <a:ln w="38100">
            <a:noFill/>
          </a:ln>
        </p:spPr>
        <p:txBody>
          <a:bodyPr/>
          <a:lstStyle/>
          <a:p>
            <a:endParaRPr lang="en-US"/>
          </a:p>
        </p:txBody>
      </p:sp>
    </p:spTree>
    <p:extLst>
      <p:ext uri="{BB962C8B-B14F-4D97-AF65-F5344CB8AC3E}">
        <p14:creationId xmlns:p14="http://schemas.microsoft.com/office/powerpoint/2010/main" val="147126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reate-step">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4762"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3375" y="427844"/>
            <a:ext cx="11515727" cy="498598"/>
          </a:xfrm>
        </p:spPr>
        <p:txBody>
          <a:bodyPr lIns="0" tIns="0" rIns="0" bIns="0">
            <a:sp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33375" y="2114549"/>
            <a:ext cx="11515726" cy="4448176"/>
          </a:xfrm>
          <a:prstGeom prst="roundRect">
            <a:avLst>
              <a:gd name="adj" fmla="val 0"/>
            </a:avLst>
          </a:prstGeom>
          <a:noFill/>
        </p:spPr>
        <p:txBody>
          <a:bodyPr lIns="0" tIns="0" rIns="0" bIns="0" anchor="ctr" anchorCtr="0">
            <a:normAutofit/>
          </a:bodyPr>
          <a:lstStyle>
            <a:lvl1pPr marL="342900" indent="-342900">
              <a:buFont typeface="+mj-lt"/>
              <a:buAutoNum type="arabicPeriod"/>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p:txBody>
      </p:sp>
      <p:sp>
        <p:nvSpPr>
          <p:cNvPr id="4" name="Chart Placeholder 3">
            <a:extLst>
              <a:ext uri="{FF2B5EF4-FFF2-40B4-BE49-F238E27FC236}">
                <a16:creationId xmlns:a16="http://schemas.microsoft.com/office/drawing/2014/main" id="{D11CD461-B056-D4E2-C5FA-0426E6C2FFF6}"/>
              </a:ext>
            </a:extLst>
          </p:cNvPr>
          <p:cNvSpPr>
            <a:spLocks noGrp="1"/>
          </p:cNvSpPr>
          <p:nvPr>
            <p:ph type="chart" sz="quarter" idx="14" hasCustomPrompt="1"/>
          </p:nvPr>
        </p:nvSpPr>
        <p:spPr>
          <a:xfrm>
            <a:off x="333375" y="1318188"/>
            <a:ext cx="11515726" cy="387798"/>
          </a:xfrm>
        </p:spPr>
        <p:txBody>
          <a:bodyPr lIns="0" tIns="0" rIns="0" bIns="0">
            <a:spAutoFit/>
          </a:bodyPr>
          <a:lstStyle>
            <a:lvl1pPr marL="0" indent="0">
              <a:buNone/>
              <a:defRPr sz="2800" b="1">
                <a:solidFill>
                  <a:schemeClr val="bg1"/>
                </a:solidFill>
              </a:defRPr>
            </a:lvl1pPr>
          </a:lstStyle>
          <a:p>
            <a:r>
              <a:rPr lang="es-CL" dirty="0"/>
              <a:t>Place</a:t>
            </a:r>
            <a:endParaRPr lang="en-US" dirty="0"/>
          </a:p>
        </p:txBody>
      </p:sp>
    </p:spTree>
    <p:extLst>
      <p:ext uri="{BB962C8B-B14F-4D97-AF65-F5344CB8AC3E}">
        <p14:creationId xmlns:p14="http://schemas.microsoft.com/office/powerpoint/2010/main" val="708463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de-composition">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40563" y="347332"/>
            <a:ext cx="11508537" cy="678672"/>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3" name="Picture Placeholder 5">
            <a:extLst>
              <a:ext uri="{FF2B5EF4-FFF2-40B4-BE49-F238E27FC236}">
                <a16:creationId xmlns:a16="http://schemas.microsoft.com/office/drawing/2014/main" id="{BA157ECE-584D-D58C-7F05-1EEA65307A8A}"/>
              </a:ext>
            </a:extLst>
          </p:cNvPr>
          <p:cNvSpPr>
            <a:spLocks noGrp="1"/>
          </p:cNvSpPr>
          <p:nvPr>
            <p:ph type="pic" sz="quarter" idx="11"/>
          </p:nvPr>
        </p:nvSpPr>
        <p:spPr>
          <a:xfrm>
            <a:off x="340563" y="2447348"/>
            <a:ext cx="7571494" cy="4072184"/>
          </a:xfrm>
          <a:prstGeom prst="roundRect">
            <a:avLst>
              <a:gd name="adj" fmla="val 3456"/>
            </a:avLst>
          </a:prstGeom>
          <a:solidFill>
            <a:schemeClr val="tx1"/>
          </a:solidFill>
          <a:ln w="38100">
            <a:noFill/>
          </a:ln>
        </p:spPr>
        <p:txBody>
          <a:bodyPr/>
          <a:lstStyle/>
          <a:p>
            <a:endParaRPr lang="en-US"/>
          </a:p>
        </p:txBody>
      </p:sp>
      <p:sp>
        <p:nvSpPr>
          <p:cNvPr id="7" name="Text Placeholder 6">
            <a:extLst>
              <a:ext uri="{FF2B5EF4-FFF2-40B4-BE49-F238E27FC236}">
                <a16:creationId xmlns:a16="http://schemas.microsoft.com/office/drawing/2014/main" id="{6ED1E4EC-C8D3-C56F-F489-179CD2CF7B6C}"/>
              </a:ext>
            </a:extLst>
          </p:cNvPr>
          <p:cNvSpPr>
            <a:spLocks noGrp="1"/>
          </p:cNvSpPr>
          <p:nvPr>
            <p:ph type="body" sz="quarter" idx="12"/>
          </p:nvPr>
        </p:nvSpPr>
        <p:spPr>
          <a:xfrm>
            <a:off x="340563" y="1403404"/>
            <a:ext cx="11508537" cy="699551"/>
          </a:xfrm>
          <a:prstGeom prst="roundRect">
            <a:avLst>
              <a:gd name="adj" fmla="val 5043"/>
            </a:avLst>
          </a:prstGeom>
          <a:noFill/>
        </p:spPr>
        <p:txBody>
          <a:bodyPr lIns="0" tIns="0" rIns="0" anchor="ctr" anchorCtr="0">
            <a:spAutoFit/>
          </a:bodyPr>
          <a:lstStyle>
            <a:lvl1pPr marL="0" indent="0">
              <a:buNone/>
              <a:defRPr sz="1800">
                <a:solidFill>
                  <a:schemeClr val="bg1"/>
                </a:solidFill>
              </a:defRPr>
            </a:lvl1pPr>
            <a:lvl2pPr marL="457200" indent="0">
              <a:buNone/>
              <a:defRPr sz="16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a:t>
            </a:r>
          </a:p>
          <a:p>
            <a:pPr lvl="0"/>
            <a:r>
              <a:rPr lang="en-US" dirty="0"/>
              <a:t>Master text styles</a:t>
            </a:r>
          </a:p>
        </p:txBody>
      </p:sp>
      <p:sp>
        <p:nvSpPr>
          <p:cNvPr id="5" name="Callout: Down Arrow 4">
            <a:extLst>
              <a:ext uri="{FF2B5EF4-FFF2-40B4-BE49-F238E27FC236}">
                <a16:creationId xmlns:a16="http://schemas.microsoft.com/office/drawing/2014/main" id="{BAE4049F-C3AB-1C61-89BD-6C81A2CCB192}"/>
              </a:ext>
            </a:extLst>
          </p:cNvPr>
          <p:cNvSpPr/>
          <p:nvPr userDrawn="1"/>
        </p:nvSpPr>
        <p:spPr>
          <a:xfrm>
            <a:off x="9586829" y="2581720"/>
            <a:ext cx="966159" cy="957532"/>
          </a:xfrm>
          <a:prstGeom prst="downArrowCallout">
            <a:avLst>
              <a:gd name="adj1" fmla="val 25000"/>
              <a:gd name="adj2" fmla="val 25000"/>
              <a:gd name="adj3" fmla="val 22297"/>
              <a:gd name="adj4" fmla="val 6497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CL" dirty="0">
                <a:solidFill>
                  <a:schemeClr val="tx1"/>
                </a:solidFill>
              </a:rPr>
              <a:t>Link</a:t>
            </a:r>
          </a:p>
          <a:p>
            <a:pPr algn="ctr"/>
            <a:r>
              <a:rPr lang="es-CL" dirty="0">
                <a:solidFill>
                  <a:schemeClr val="tx1"/>
                </a:solidFill>
              </a:rPr>
              <a:t>Online</a:t>
            </a:r>
            <a:endParaRPr lang="en-US" dirty="0">
              <a:solidFill>
                <a:schemeClr val="tx1"/>
              </a:solidFill>
            </a:endParaRPr>
          </a:p>
        </p:txBody>
      </p:sp>
      <p:sp>
        <p:nvSpPr>
          <p:cNvPr id="9" name="Chart Placeholder 8">
            <a:extLst>
              <a:ext uri="{FF2B5EF4-FFF2-40B4-BE49-F238E27FC236}">
                <a16:creationId xmlns:a16="http://schemas.microsoft.com/office/drawing/2014/main" id="{85FE893F-47A3-E5F7-1212-48465408B0C7}"/>
              </a:ext>
            </a:extLst>
          </p:cNvPr>
          <p:cNvSpPr>
            <a:spLocks noGrp="1"/>
          </p:cNvSpPr>
          <p:nvPr>
            <p:ph type="chart" sz="quarter" idx="14" hasCustomPrompt="1"/>
          </p:nvPr>
        </p:nvSpPr>
        <p:spPr>
          <a:xfrm>
            <a:off x="8290719" y="3797514"/>
            <a:ext cx="3558381" cy="2597150"/>
          </a:xfrm>
        </p:spPr>
        <p:txBody>
          <a:bodyPr/>
          <a:lstStyle>
            <a:lvl1pPr marL="0" indent="0">
              <a:buNone/>
              <a:defRPr>
                <a:solidFill>
                  <a:schemeClr val="bg1"/>
                </a:solidFill>
              </a:defRPr>
            </a:lvl1pPr>
          </a:lstStyle>
          <a:p>
            <a:r>
              <a:rPr lang="es-CL" dirty="0"/>
              <a:t>https://example.com/ </a:t>
            </a:r>
            <a:endParaRPr lang="en-US" dirty="0"/>
          </a:p>
        </p:txBody>
      </p:sp>
    </p:spTree>
    <p:extLst>
      <p:ext uri="{BB962C8B-B14F-4D97-AF65-F5344CB8AC3E}">
        <p14:creationId xmlns:p14="http://schemas.microsoft.com/office/powerpoint/2010/main" val="4274332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flect-box">
    <p:spTree>
      <p:nvGrpSpPr>
        <p:cNvPr id="1" name=""/>
        <p:cNvGrpSpPr/>
        <p:nvPr/>
      </p:nvGrpSpPr>
      <p:grpSpPr>
        <a:xfrm>
          <a:off x="0" y="0"/>
          <a:ext cx="0" cy="0"/>
          <a:chOff x="0" y="0"/>
          <a:chExt cx="0" cy="0"/>
        </a:xfrm>
      </p:grpSpPr>
      <p:sp>
        <p:nvSpPr>
          <p:cNvPr id="6" name="background_cc">
            <a:extLst>
              <a:ext uri="{FF2B5EF4-FFF2-40B4-BE49-F238E27FC236}">
                <a16:creationId xmlns:a16="http://schemas.microsoft.com/office/drawing/2014/main" id="{A414259A-EE28-0473-21CE-0257CE7539E5}"/>
              </a:ext>
            </a:extLst>
          </p:cNvPr>
          <p:cNvSpPr/>
          <p:nvPr userDrawn="1"/>
        </p:nvSpPr>
        <p:spPr>
          <a:xfrm>
            <a:off x="0" y="0"/>
            <a:ext cx="12192000" cy="6858000"/>
          </a:xfrm>
          <a:prstGeom prst="rect">
            <a:avLst/>
          </a:prstGeom>
          <a:solidFill>
            <a:srgbClr val="4338C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a:extLst>
              <a:ext uri="{FF2B5EF4-FFF2-40B4-BE49-F238E27FC236}">
                <a16:creationId xmlns:a16="http://schemas.microsoft.com/office/drawing/2014/main" id="{D7FA4241-75AB-E168-9F15-606C0FA2D9CB}"/>
              </a:ext>
            </a:extLst>
          </p:cNvPr>
          <p:cNvSpPr>
            <a:spLocks noGrp="1"/>
          </p:cNvSpPr>
          <p:nvPr>
            <p:ph type="title"/>
          </p:nvPr>
        </p:nvSpPr>
        <p:spPr>
          <a:xfrm>
            <a:off x="331039" y="328282"/>
            <a:ext cx="11518062" cy="665027"/>
          </a:xfrm>
        </p:spPr>
        <p:txBody>
          <a:bodyPr lIns="0" tIns="0" rIns="0" bIns="0">
            <a:normAutofit/>
          </a:bodyPr>
          <a:lstStyle>
            <a:lvl1pPr algn="l">
              <a:defRPr sz="3600">
                <a:solidFill>
                  <a:schemeClr val="bg1"/>
                </a:solidFill>
                <a:latin typeface="Segoe UI Black" panose="020B0A02040204020203" pitchFamily="34" charset="0"/>
                <a:ea typeface="Segoe UI Black" panose="020B0A02040204020203" pitchFamily="34" charset="0"/>
              </a:defRPr>
            </a:lvl1pPr>
          </a:lstStyle>
          <a:p>
            <a:r>
              <a:rPr lang="en-US" dirty="0"/>
              <a:t>Click to edit Master title style</a:t>
            </a:r>
          </a:p>
        </p:txBody>
      </p:sp>
      <p:sp>
        <p:nvSpPr>
          <p:cNvPr id="4" name="Chart Placeholder 3">
            <a:extLst>
              <a:ext uri="{FF2B5EF4-FFF2-40B4-BE49-F238E27FC236}">
                <a16:creationId xmlns:a16="http://schemas.microsoft.com/office/drawing/2014/main" id="{E9633AA3-1F01-FC54-9584-5A176A246101}"/>
              </a:ext>
            </a:extLst>
          </p:cNvPr>
          <p:cNvSpPr>
            <a:spLocks noGrp="1"/>
          </p:cNvSpPr>
          <p:nvPr>
            <p:ph type="chart" sz="quarter" idx="14"/>
          </p:nvPr>
        </p:nvSpPr>
        <p:spPr>
          <a:xfrm>
            <a:off x="7893693" y="1371600"/>
            <a:ext cx="3955408" cy="5158118"/>
          </a:xfrm>
          <a:prstGeom prst="roundRect">
            <a:avLst>
              <a:gd name="adj" fmla="val 4940"/>
            </a:avLst>
          </a:prstGeom>
          <a:solidFill>
            <a:schemeClr val="bg1"/>
          </a:solidFill>
        </p:spPr>
        <p:txBody>
          <a:bodyPr lIns="365760" tIns="365760" rIns="365760" bIns="365760" anchor="ctr" anchorCtr="0"/>
          <a:lstStyle>
            <a:lvl1pPr marL="0" indent="0">
              <a:buNone/>
              <a:defRPr>
                <a:solidFill>
                  <a:schemeClr val="tx1"/>
                </a:solidFill>
              </a:defRPr>
            </a:lvl1pPr>
          </a:lstStyle>
          <a:p>
            <a:endParaRPr lang="en-US"/>
          </a:p>
        </p:txBody>
      </p:sp>
      <p:sp>
        <p:nvSpPr>
          <p:cNvPr id="9" name="Text Placeholder 2">
            <a:extLst>
              <a:ext uri="{FF2B5EF4-FFF2-40B4-BE49-F238E27FC236}">
                <a16:creationId xmlns:a16="http://schemas.microsoft.com/office/drawing/2014/main" id="{8205E5FA-6881-9803-B9CE-B9F6C0D4259D}"/>
              </a:ext>
            </a:extLst>
          </p:cNvPr>
          <p:cNvSpPr>
            <a:spLocks noGrp="1"/>
          </p:cNvSpPr>
          <p:nvPr>
            <p:ph idx="1"/>
          </p:nvPr>
        </p:nvSpPr>
        <p:spPr>
          <a:xfrm>
            <a:off x="331037" y="1371600"/>
            <a:ext cx="7231619" cy="5181600"/>
          </a:xfrm>
          <a:prstGeom prst="rect">
            <a:avLst/>
          </a:prstGeom>
        </p:spPr>
        <p:txBody>
          <a:bodyPr vert="horz" lIns="0" tIns="0" rIns="0" bIns="0" rtlCol="0">
            <a:normAutofit/>
          </a:bodyPr>
          <a:lstStyle>
            <a:lvl1pPr marL="0" indent="0">
              <a:buNone/>
              <a:defRPr>
                <a:solidFill>
                  <a:schemeClr val="bg1"/>
                </a:solidFill>
              </a:defRPr>
            </a:lvl1pPr>
            <a:lvl2pPr marL="45720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62041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84374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E91179-C1CD-A08D-D9B7-A92C32FCB4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A82CB0B4-6181-CC09-113A-CBA6A84A2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6157707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6" r:id="rId3"/>
    <p:sldLayoutId id="2147483657" r:id="rId4"/>
    <p:sldLayoutId id="2147483658" r:id="rId5"/>
    <p:sldLayoutId id="2147483659" r:id="rId6"/>
    <p:sldLayoutId id="2147483662" r:id="rId7"/>
    <p:sldLayoutId id="2147483661" r:id="rId8"/>
    <p:sldLayoutId id="2147483663" r:id="rId9"/>
    <p:sldLayoutId id="2147483655" r:id="rId10"/>
  </p:sldLayoutIdLst>
  <p:txStyles>
    <p:titleStyle>
      <a:lvl1pPr algn="l" defTabSz="914400" rtl="0" eaLnBrk="1" latinLnBrk="0" hangingPunct="1">
        <a:lnSpc>
          <a:spcPct val="90000"/>
        </a:lnSpc>
        <a:spcBef>
          <a:spcPct val="0"/>
        </a:spcBef>
        <a:buNone/>
        <a:defRPr sz="4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Segoe UI" panose="020B0502040204020203" pitchFamily="34" charset="0"/>
          <a:ea typeface="Verdana" panose="020B0604030504040204" pitchFamily="34" charset="0"/>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Segoe UI" panose="020B0502040204020203" pitchFamily="34" charset="0"/>
          <a:ea typeface="Verdana" panose="020B0604030504040204" pitchFamily="34" charset="0"/>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Segoe UI" panose="020B0502040204020203" pitchFamily="34" charset="0"/>
          <a:ea typeface="Verdana" panose="020B0604030504040204" pitchFamily="34" charset="0"/>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 Id="rId3"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hyperlink" Target="https://app.protobject.com/generate?equivalent-corazon-variables-eventos&amp;es&amp;dynamic&amp;-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74216A-BFA6-9732-A49C-32CF61E454ED}"/>
              </a:ext>
            </a:extLst>
          </p:cNvPr>
          <p:cNvSpPr txBox="1"/>
          <p:nvPr/>
        </p:nvSpPr>
        <p:spPr>
          <a:xfrm>
            <a:off x="765048" y="2340864"/>
            <a:ext cx="10661904" cy="3847207"/>
          </a:xfrm>
          <a:prstGeom prst="rect">
            <a:avLst/>
          </a:prstGeom>
          <a:noFill/>
        </p:spPr>
        <p:txBody>
          <a:bodyPr wrap="square" rtlCol="0">
            <a:spAutoFit/>
          </a:bodyPr>
          <a:lstStyle/>
          <a:p>
            <a:r>
              <a:rPr lang="en-US" sz="2000" dirty="0">
                <a:latin typeface="Segoe UI" panose="020B0502040204020203" pitchFamily="34" charset="0"/>
                <a:cs typeface="Segoe UI" panose="020B0502040204020203" pitchFamily="34" charset="0"/>
              </a:rPr>
              <a:t>Esta </a:t>
            </a:r>
            <a:r>
              <a:rPr lang="en-US" sz="2000" dirty="0" err="1">
                <a:latin typeface="Segoe UI" panose="020B0502040204020203" pitchFamily="34" charset="0"/>
                <a:cs typeface="Segoe UI" panose="020B0502040204020203" pitchFamily="34" charset="0"/>
              </a:rPr>
              <a:t>presentación</a:t>
            </a:r>
            <a:r>
              <a:rPr lang="en-US" sz="2000" dirty="0">
                <a:latin typeface="Segoe UI" panose="020B0502040204020203" pitchFamily="34" charset="0"/>
                <a:cs typeface="Segoe UI" panose="020B0502040204020203" pitchFamily="34" charset="0"/>
              </a:rPr>
              <a:t> se genera </a:t>
            </a:r>
            <a:r>
              <a:rPr lang="en-US" sz="2000" dirty="0" err="1">
                <a:latin typeface="Segoe UI" panose="020B0502040204020203" pitchFamily="34" charset="0"/>
                <a:cs typeface="Segoe UI" panose="020B0502040204020203" pitchFamily="34" charset="0"/>
              </a:rPr>
              <a:t>automáticamente</a:t>
            </a:r>
            <a:r>
              <a:rPr lang="en-US" sz="2000" dirty="0">
                <a:latin typeface="Segoe UI" panose="020B0502040204020203" pitchFamily="34" charset="0"/>
                <a:cs typeface="Segoe UI" panose="020B0502040204020203" pitchFamily="34" charset="0"/>
              </a:rPr>
              <a:t>. </a:t>
            </a:r>
          </a:p>
          <a:p>
            <a:r>
              <a:rPr lang="en-US" sz="2000" b="1" dirty="0" err="1">
                <a:latin typeface="Segoe UI" panose="020B0502040204020203" pitchFamily="34" charset="0"/>
                <a:cs typeface="Segoe UI" panose="020B0502040204020203" pitchFamily="34" charset="0"/>
              </a:rPr>
              <a:t>Puedes</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modificarla</a:t>
            </a:r>
            <a:r>
              <a:rPr lang="en-US" sz="2000" b="1" dirty="0">
                <a:latin typeface="Segoe UI" panose="020B0502040204020203" pitchFamily="34" charset="0"/>
                <a:cs typeface="Segoe UI" panose="020B0502040204020203" pitchFamily="34" charset="0"/>
              </a:rPr>
              <a:t> a </a:t>
            </a:r>
            <a:r>
              <a:rPr lang="en-US" sz="2000" b="1" dirty="0" err="1">
                <a:latin typeface="Segoe UI" panose="020B0502040204020203" pitchFamily="34" charset="0"/>
                <a:cs typeface="Segoe UI" panose="020B0502040204020203" pitchFamily="34" charset="0"/>
              </a:rPr>
              <a:t>tu</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criterio</a:t>
            </a:r>
            <a:r>
              <a:rPr lang="en-US" sz="2000" b="1" dirty="0">
                <a:latin typeface="Segoe UI" panose="020B0502040204020203" pitchFamily="34" charset="0"/>
                <a:cs typeface="Segoe UI" panose="020B0502040204020203" pitchFamily="34" charset="0"/>
              </a:rPr>
              <a:t> y </a:t>
            </a:r>
            <a:r>
              <a:rPr lang="en-US" sz="2000" b="1" dirty="0" err="1">
                <a:latin typeface="Segoe UI" panose="020B0502040204020203" pitchFamily="34" charset="0"/>
                <a:cs typeface="Segoe UI" panose="020B0502040204020203" pitchFamily="34" charset="0"/>
              </a:rPr>
              <a:t>añadir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cualquier</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contenido</a:t>
            </a:r>
            <a:r>
              <a:rPr lang="en-US" sz="2000" b="1" dirty="0">
                <a:latin typeface="Segoe UI" panose="020B0502040204020203" pitchFamily="34" charset="0"/>
                <a:cs typeface="Segoe UI" panose="020B0502040204020203" pitchFamily="34" charset="0"/>
              </a:rPr>
              <a:t> </a:t>
            </a:r>
            <a:r>
              <a:rPr lang="en-US" sz="2000" b="1" dirty="0" err="1">
                <a:latin typeface="Segoe UI" panose="020B0502040204020203" pitchFamily="34" charset="0"/>
                <a:cs typeface="Segoe UI" panose="020B0502040204020203" pitchFamily="34" charset="0"/>
              </a:rPr>
              <a:t>adicional</a:t>
            </a:r>
            <a:r>
              <a:rPr lang="en-US" sz="2000" b="1" dirty="0">
                <a:latin typeface="Segoe UI" panose="020B0502040204020203" pitchFamily="34" charset="0"/>
                <a:cs typeface="Segoe UI" panose="020B0502040204020203" pitchFamily="34" charset="0"/>
              </a:rPr>
              <a:t> que </a:t>
            </a:r>
            <a:r>
              <a:rPr lang="en-US" sz="2000" b="1" dirty="0" err="1">
                <a:latin typeface="Segoe UI" panose="020B0502040204020203" pitchFamily="34" charset="0"/>
                <a:cs typeface="Segoe UI" panose="020B0502040204020203" pitchFamily="34" charset="0"/>
              </a:rPr>
              <a:t>desees</a:t>
            </a:r>
            <a:r>
              <a:rPr lang="en-US" sz="2000" b="1" dirty="0">
                <a:latin typeface="Segoe UI" panose="020B0502040204020203" pitchFamily="34" charset="0"/>
                <a:cs typeface="Segoe UI" panose="020B0502040204020203" pitchFamily="34" charset="0"/>
              </a:rPr>
              <a:t>.</a:t>
            </a:r>
          </a:p>
        </p:txBody>
      </p:sp>
      <p:pic>
        <p:nvPicPr>
          <p:cNvPr id="6" name="Graphic 5">
            <a:extLst>
              <a:ext uri="{FF2B5EF4-FFF2-40B4-BE49-F238E27FC236}">
                <a16:creationId xmlns:a16="http://schemas.microsoft.com/office/drawing/2014/main" id="{ADDBF746-CBFF-7D5E-0904-0C23A0CCAA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5048" y="735575"/>
            <a:ext cx="1640124" cy="369739"/>
          </a:xfrm>
          <a:prstGeom prst="rect">
            <a:avLst/>
          </a:prstGeom>
        </p:spPr>
      </p:pic>
    </p:spTree>
    <p:extLst>
      <p:ext uri="{BB962C8B-B14F-4D97-AF65-F5344CB8AC3E}">
        <p14:creationId xmlns:p14="http://schemas.microsoft.com/office/powerpoint/2010/main" val="1091577834"/>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El Corazón de Mi Robot Amigo</a:t>
            </a:r>
          </a:p>
        </p:txBody>
      </p:sp>
      <p:sp>
        <p:nvSpPr>
          <p:cNvPr id="3" name="Subtitle 2"/>
          <p:cNvSpPr>
            <a:spLocks noGrp="1"/>
          </p:cNvSpPr>
          <p:nvPr>
            <p:ph type="subTitle" idx="1"/>
          </p:nvPr>
        </p:nvSpPr>
        <p:spPr/>
        <p:txBody>
          <a:bodyPr/>
          <a:lstStyle/>
          <a:p>
            <a:r>
              <a:t>Usa la energía que acumulaste para darle un corazón a tu robot. Aprende a usar eventos para cambiar 'variables de estado' y modificar el comportamiento de tu programa en tiempo real.</a:t>
            </a:r>
          </a:p>
        </p:txBody>
      </p:sp>
      <p:pic>
        <p:nvPicPr>
          <p:cNvPr id="4" name="Picture Placeholder 3" descr="src_16.5-my-robot-friend-heart_16.5-el-corazon-de-mi-robot-amigo.png"/>
          <p:cNvPicPr>
            <a:picLocks noGrp="1" noChangeAspect="1"/>
          </p:cNvPicPr>
          <p:nvPr>
            <p:ph type="pic" idx="11" sz="quarter"/>
          </p:nvPr>
        </p:nvPicPr>
        <p:blipFill>
          <a:blip r:embed="rId3"/>
          <a:srcRect/>
          <a:stretch>
            <a:fillRect/>
          </a:stretch>
        </p:blipFill>
        <p:spPr>
          <a:xfrm>
            <a:off x="3684945" y="1797930"/>
            <a:ext cx="7745054" cy="4356592"/>
          </a:xfr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¿Qué haremos?</a:t>
            </a:r>
          </a:p>
        </p:txBody>
      </p:sp>
      <p:pic>
        <p:nvPicPr>
          <p:cNvPr id="3" name="16.5_my_robot_friend_heart.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441138" y="1232015"/>
            <a:ext cx="9331959" cy="5249226"/>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3"/>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Variables de Estado: El "Modo" del Programa</a:t>
            </a:r>
          </a:p>
        </p:txBody>
      </p:sp>
      <p:pic>
        <p:nvPicPr>
          <p:cNvPr id="3" name="Picture Placeholder 2" descr="src_16.5-my-robot-friend-heart_a-status-variable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400"/>
              <a:t>Hasta ahora, nuestra variable solo servía para contar. Pero una </a:t>
            </a:r>
            <a:r>
              <a:rPr sz="1400" b="1"/>
              <a:t>variable de estado</a:t>
            </a:r>
            <a:r>
              <a:rPr sz="1400"/>
              <a:t> es mucho más poderosa. No solo almacena un número, sino que describe el "modo" o "estado" actual en el que se encuentra el programa.</a:t>
            </a:r>
          </a:p>
          <a:p>
            <a:r>
              <a:rPr sz="1400"/>
              <a:t>Piensa en un personaje de videojuego. Puede estar en el estado "caminando", "corriendo" o "saltando". En nuestro caso, el corazón de nuestro robot puede estar en el estado </a:t>
            </a:r>
            <a:r>
              <a:rPr sz="1400" b="1"/>
              <a:t>"durmiente"</a:t>
            </a:r>
            <a:r>
              <a:rPr sz="1400"/>
              <a:t> o </a:t>
            </a:r>
            <a:r>
              <a:rPr sz="1400" b="1"/>
              <a:t>"despierto"</a:t>
            </a:r>
            <a:r>
              <a:rPr sz="1400"/>
              <a:t>. Las variables de estado son la memoria que le permite al programa saber qué comportamiento debe tener en cada momento.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 Patrón: Eventos que Controlan un Bucle</a:t>
            </a:r>
          </a:p>
        </p:txBody>
      </p:sp>
      <p:pic>
        <p:nvPicPr>
          <p:cNvPr id="3" name="Picture Placeholder 2" descr="src_16.5-my-robot-friend-heart_b-events-that-control-loops.es.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200"/>
              <a:t>En este proyecto, dos partes de nuestro código trabajarán en equipo sin tocarse directamente. ¡Se comunican a través de las variables!</a:t>
            </a:r>
          </a:p>
          <a:p>
            <a:pPr/>
            <a:r>
              <a:rPr sz="1200"/>
              <a:t/>
            </a:r>
            <a:r>
              <a:rPr sz="1200" b="1"/>
              <a:t>El Bucle Principal:</a:t>
            </a:r>
            <a:r>
              <a:rPr sz="1200"/>
              <a:t> Es el motor. Se encarga de la acción continua: animar el corazón. Pero no decide la velocidad por sí mismo; en cada ciclo, </a:t>
            </a:r>
            <a:r>
              <a:rPr sz="1200" b="1"/>
              <a:t>lee</a:t>
            </a:r>
            <a:r>
              <a:rPr sz="1200"/>
              <a:t> `pausaLarga` y `pausaCorta` para saber cuánto esperar entre un dibujo y el siguiente.</a:t>
            </a:r>
          </a:p>
          <a:p>
            <a:pPr/>
            <a:r>
              <a:rPr sz="1200"/>
              <a:t/>
            </a:r>
            <a:r>
              <a:rPr sz="1200" b="1"/>
              <a:t>Los Eventos:</a:t>
            </a:r>
            <a:r>
              <a:rPr sz="1200"/>
              <a:t> Son los controles. Esperan una acción del usuario (inclinar el dispositivo). Cuando ocurre una, su único trabajo es </a:t>
            </a:r>
            <a:r>
              <a:rPr sz="1200" b="1"/>
              <a:t>escribir</a:t>
            </a:r>
            <a:r>
              <a:rPr sz="1200"/>
              <a:t> un nuevo valor en `pausaLarga` y `pausaCorta`.</a:t>
            </a:r>
          </a:p>
          <a:p>
            <a:r>
              <a:rPr sz="1200"/>
              <a:t>El bucle lee, los eventos escriben. Las variables son el mensaje que se pasan entre ellos.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Crear</a:t>
            </a:r>
          </a:p>
        </p:txBody>
      </p:sp>
      <p:sp>
        <p:nvSpPr>
          <p:cNvPr id="3" name="Text Placeholder 2"/>
          <p:cNvSpPr>
            <a:spLocks noGrp="1"/>
          </p:cNvSpPr>
          <p:nvPr>
            <p:ph type="body" idx="12" sz="quarter"/>
          </p:nvPr>
        </p:nvSpPr>
        <p:spPr/>
        <p:txBody>
          <a:bodyPr wrap="square">
            <a:normAutofit/>
          </a:bodyPr>
          <a:lstStyle/>
          <a:p>
            <a:r>
              <a:rPr sz="3000"/>
              <a:t>Presiona </a:t>
            </a:r>
            <a:r>
              <a:rPr sz="3000" b="1"/>
              <a:t>Añadir dispositivo</a:t>
            </a:r>
            <a:r>
              <a:rPr sz="3000"/>
              <a:t> y selecciona </a:t>
            </a:r>
            <a:r>
              <a:rPr sz="3000" b="1"/>
              <a:t>DibujoLED</a:t>
            </a:r>
            <a:r>
              <a:rPr sz="3000"/>
              <a:t> para la animación del corazón.</a:t>
            </a:r>
          </a:p>
          <a:p>
            <a:r>
              <a:rPr sz="3000"/>
              <a:t>Añade también el componente </a:t>
            </a:r>
            <a:r>
              <a:rPr sz="3000" b="1"/>
              <a:t>TecladoMusical</a:t>
            </a:r>
            <a:r>
              <a:rPr sz="3000"/>
              <a:t> para el sonido del latido.</a:t>
            </a:r>
          </a:p>
          <a:p>
            <a:r>
              <a:rPr sz="3000"/>
              <a:t>Finalmente, añade </a:t>
            </a:r>
            <a:r>
              <a:rPr sz="3000" b="1"/>
              <a:t>Inclinación</a:t>
            </a:r>
            <a:r>
              <a:rPr sz="3000"/>
              <a:t> para detectar los gestos que cambiarán el estado.</a:t>
            </a:r>
          </a:p>
        </p:txBody>
      </p:sp>
      <p:sp>
        <p:nvSpPr>
          <p:cNvPr id="4" name="Chart Placeholder 3"/>
          <p:cNvSpPr>
            <a:spLocks noGrp="1"/>
          </p:cNvSpPr>
          <p:nvPr>
            <p:ph type="chart" idx="14" sz="quarter"/>
          </p:nvPr>
        </p:nvSpPr>
        <p:spPr/>
        <p:txBody>
          <a:bodyPr/>
          <a:p>
            <a:r>
              <a:rPr sz="1400"/>
              <a:t>¡Démosle un corazón a nuestro robot!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Composición del Código</a:t>
            </a:r>
          </a:p>
        </p:txBody>
      </p:sp>
      <p:pic>
        <p:nvPicPr>
          <p:cNvPr id="3" name="Picture Placeholder 2" descr="screenshot_729d268b75d254bd00dfca22d5b53fa5.png"/>
          <p:cNvPicPr>
            <a:picLocks noGrp="1" noChangeAspect="1"/>
          </p:cNvPicPr>
          <p:nvPr>
            <p:ph type="pic" idx="11" sz="quarter"/>
          </p:nvPr>
        </p:nvPicPr>
        <p:blipFill>
          <a:blip r:embed="rId3"/>
          <a:srcRect/>
          <a:stretch>
            <a:fillRect/>
          </a:stretch>
        </p:blipFill>
        <p:spPr>
          <a:xfrm>
            <a:off x="2253105" y="2447348"/>
            <a:ext cx="3746409" cy="4072184"/>
          </a:xfrm>
        </p:spPr>
      </p:pic>
      <p:sp>
        <p:nvSpPr>
          <p:cNvPr id="4" name="Text Placeholder 3"/>
          <p:cNvSpPr>
            <a:spLocks noGrp="1"/>
          </p:cNvSpPr>
          <p:nvPr>
            <p:ph type="body" idx="12" sz="quarter"/>
          </p:nvPr>
        </p:nvSpPr>
        <p:spPr/>
        <p:txBody>
          <a:bodyPr wrap="square">
            <a:normAutofit/>
          </a:bodyPr>
          <a:lstStyle/>
          <a:p>
            <a:r>
              <a:rPr sz="1800"/>
              <a:t>`Al iniciar`, fijamos `pausaLarga` y `pausaCorta` en el ritmo "tranquilo".</a:t>
            </a:r>
          </a:p>
        </p:txBody>
      </p:sp>
      <p:sp>
        <p:nvSpPr>
          <p:cNvPr id="5" name="Chart Placeholder 4"/>
          <p:cNvSpPr>
            <a:spLocks noGrp="1"/>
          </p:cNvSpPr>
          <p:nvPr>
            <p:ph type="chart" idx="14" sz="quarter"/>
          </p:nvPr>
        </p:nvSpPr>
        <p:spPr/>
        <p:txBody>
          <a:bodyPr/>
          <a:p>
            <a:r>
              <a:rPr u="sng">
                <a:solidFill>
                  <a:srgbClr val="0000FF"/>
                </a:solidFill>
                <a:hlinkClick r:id="rId4"/>
              </a:rPr>
              <a:t>Ver el programa completo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Reflexiona</a:t>
            </a:r>
          </a:p>
        </p:txBody>
      </p:sp>
      <p:sp>
        <p:nvSpPr>
          <p:cNvPr id="4" name="Content Placeholder 3"/>
          <p:cNvSpPr>
            <a:spLocks noGrp="1"/>
          </p:cNvSpPr>
          <p:nvPr>
            <p:ph idx="1"/>
          </p:nvPr>
        </p:nvSpPr>
        <p:spPr/>
        <p:txBody>
          <a:bodyPr wrap="square">
            <a:normAutofit/>
          </a:bodyPr>
          <a:lstStyle/>
          <a:p>
            <a:r>
              <a:rPr sz="2600"/>
              <a:t>En este proyecto, las variables no solo cuentan, controlan el comportamiento. ¿Qué es una "variable de estado"?</a:t>
            </a:r>
          </a:p>
          <a:p>
            <a:r>
              <a:rPr sz="2600"/>
              <a:t>Explica con tus palabras cómo se comunican el bucle principal y los bloques de evento si no están conectados directamente.</a:t>
            </a:r>
          </a:p>
          <a:p>
            <a:r>
              <a:rPr sz="2600"/>
              <a:t>¿Qué otros "estados" podrías darle a tu robot? ¿Quizás un estado "acelerado" donde el corazón late muy, muy rápido como si el robot estuviera corriendo?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Desafío</a:t>
            </a:r>
          </a:p>
        </p:txBody>
      </p:sp>
      <p:pic>
        <p:nvPicPr>
          <p:cNvPr id="3" name="Picture Placeholder 2" descr="src_16.5-my-robot-friend-heart_c-robot-heart-customization.png"/>
          <p:cNvPicPr>
            <a:picLocks noGrp="1" noChangeAspect="1"/>
          </p:cNvPicPr>
          <p:nvPr>
            <p:ph type="pic" idx="11" sz="quarter"/>
          </p:nvPr>
        </p:nvPicPr>
        <p:blipFill>
          <a:blip r:embed="rId2"/>
          <a:srcRect/>
          <a:stretch>
            <a:fillRect/>
          </a:stretch>
        </p:blipFill>
        <p:spPr>
          <a:xfrm>
            <a:off x="342468" y="2135905"/>
            <a:ext cx="7742784" cy="4355316"/>
          </a:xfrm>
        </p:spPr>
      </p:pic>
      <p:sp>
        <p:nvSpPr>
          <p:cNvPr id="4" name="Text Placeholder 3"/>
          <p:cNvSpPr>
            <a:spLocks noGrp="1"/>
          </p:cNvSpPr>
          <p:nvPr>
            <p:ph type="body" idx="12" sz="quarter"/>
          </p:nvPr>
        </p:nvSpPr>
        <p:spPr/>
        <p:txBody>
          <a:bodyPr wrap="square">
            <a:normAutofit/>
          </a:bodyPr>
          <a:lstStyle/>
          <a:p>
            <a:r>
              <a:rPr sz="1600"/>
              <a:t>¡Haz que el estado sea más visible! Además de cambiar la velocidad, ¿puedes hacer que el corazón cambie su sonido dependiendo de su estado? Por ejemplo, tonos más graves al ser latidos lentos y agudos al ser latidos rápidos, incluso se le puede poner un sonido gracioso, ya que como es un robot el corazón no es real y lo podemos personalizar a nuestro gusto. O quizás el robot no es de la Tierra y su corazón tiene otra forma.</a:t>
            </a:r>
          </a:p>
        </p:txBody>
      </p:sp>
    </p:spTree>
  </p:cSld>
  <p:clrMapOvr>
    <a:masterClrMapping/>
  </p:clrMapOvr>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FFFFF"/>
      </a:hlink>
      <a:folHlink>
        <a:srgbClr val="FFFFFF"/>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229</TotalTime>
  <Words>58</Words>
  <Application>Microsoft Office PowerPoint</Application>
  <PresentationFormat>Widescreen</PresentationFormat>
  <Paragraphs>11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Segoe UI</vt:lpstr>
      <vt:lpstr>Segoe UI Black</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Alessio Bellino</dc:creator>
  <cp:lastModifiedBy>Alessio Bellino</cp:lastModifiedBy>
  <cp:revision>41</cp:revision>
  <dcterms:created xsi:type="dcterms:W3CDTF">2025-08-23T17:03:52Z</dcterms:created>
  <dcterms:modified xsi:type="dcterms:W3CDTF">2025-09-03T15:49:53Z</dcterms:modified>
</cp:coreProperties>
</file>