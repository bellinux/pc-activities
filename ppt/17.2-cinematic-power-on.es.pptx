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9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38CA"/>
    <a:srgbClr val="1D4ED8"/>
    <a:srgbClr val="A551F4"/>
    <a:srgbClr val="FFFFFF"/>
    <a:srgbClr val="A16207"/>
    <a:srgbClr val="000000"/>
    <a:srgbClr val="FACC15"/>
    <a:srgbClr val="FFC93C"/>
    <a:srgbClr val="05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D7F994-7B23-4B30-9E0D-141B518001FB}" v="23" dt="2025-09-03T15:49:48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io Bellino" userId="4d67f9ee-b7e6-436d-9ca9-011d058f5ab9" providerId="ADAL" clId="{D6D7F994-7B23-4B30-9E0D-141B518001FB}"/>
    <pc:docChg chg="undo custSel delSld modMainMaster">
      <pc:chgData name="Alessio Bellino" userId="4d67f9ee-b7e6-436d-9ca9-011d058f5ab9" providerId="ADAL" clId="{D6D7F994-7B23-4B30-9E0D-141B518001FB}" dt="2025-09-03T15:49:48.493" v="146" actId="404"/>
      <pc:docMkLst>
        <pc:docMk/>
      </pc:docMkLst>
      <pc:sldChg chg="del">
        <pc:chgData name="Alessio Bellino" userId="4d67f9ee-b7e6-436d-9ca9-011d058f5ab9" providerId="ADAL" clId="{D6D7F994-7B23-4B30-9E0D-141B518001FB}" dt="2025-08-27T01:13:29.985" v="83" actId="47"/>
        <pc:sldMkLst>
          <pc:docMk/>
          <pc:sldMk cId="1091577834" sldId="256"/>
        </pc:sldMkLst>
      </pc:sldChg>
      <pc:sldChg chg="del">
        <pc:chgData name="Alessio Bellino" userId="4d67f9ee-b7e6-436d-9ca9-011d058f5ab9" providerId="ADAL" clId="{D6D7F994-7B23-4B30-9E0D-141B518001FB}" dt="2025-08-27T01:13:28.949" v="82" actId="47"/>
        <pc:sldMkLst>
          <pc:docMk/>
          <pc:sldMk cId="0" sldId="25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8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59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0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1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2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3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4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5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6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7"/>
        </pc:sldMkLst>
      </pc:sldChg>
      <pc:sldChg chg="del">
        <pc:chgData name="Alessio Bellino" userId="4d67f9ee-b7e6-436d-9ca9-011d058f5ab9" providerId="ADAL" clId="{D6D7F994-7B23-4B30-9E0D-141B518001FB}" dt="2025-08-27T01:13:25.571" v="81" actId="47"/>
        <pc:sldMkLst>
          <pc:docMk/>
          <pc:sldMk cId="0" sldId="268"/>
        </pc:sldMkLst>
      </pc:sldChg>
      <pc:sldMasterChg chg="modSldLayout">
        <pc:chgData name="Alessio Bellino" userId="4d67f9ee-b7e6-436d-9ca9-011d058f5ab9" providerId="ADAL" clId="{D6D7F994-7B23-4B30-9E0D-141B518001FB}" dt="2025-09-03T15:49:48.493" v="146" actId="404"/>
        <pc:sldMasterMkLst>
          <pc:docMk/>
          <pc:sldMasterMk cId="661577070" sldId="2147483648"/>
        </pc:sldMasterMkLst>
        <pc:sldLayoutChg chg="modSp mod">
          <pc:chgData name="Alessio Bellino" userId="4d67f9ee-b7e6-436d-9ca9-011d058f5ab9" providerId="ADAL" clId="{D6D7F994-7B23-4B30-9E0D-141B518001FB}" dt="2025-09-03T15:49:04.125" v="130" actId="403"/>
          <pc:sldLayoutMkLst>
            <pc:docMk/>
            <pc:sldMasterMk cId="661577070" sldId="2147483648"/>
            <pc:sldLayoutMk cId="552119573" sldId="2147483649"/>
          </pc:sldLayoutMkLst>
          <pc:spChg chg="mod">
            <ac:chgData name="Alessio Bellino" userId="4d67f9ee-b7e6-436d-9ca9-011d058f5ab9" providerId="ADAL" clId="{D6D7F994-7B23-4B30-9E0D-141B518001FB}" dt="2025-09-03T15:49:04.125" v="130" actId="403"/>
            <ac:spMkLst>
              <pc:docMk/>
              <pc:sldMasterMk cId="661577070" sldId="2147483648"/>
              <pc:sldLayoutMk cId="552119573" sldId="2147483649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12.824" v="119" actId="1035"/>
            <ac:spMkLst>
              <pc:docMk/>
              <pc:sldMasterMk cId="661577070" sldId="2147483648"/>
              <pc:sldLayoutMk cId="552119573" sldId="2147483649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8:48.805" v="127" actId="404"/>
          <pc:sldLayoutMkLst>
            <pc:docMk/>
            <pc:sldMasterMk cId="661577070" sldId="2147483648"/>
            <pc:sldLayoutMk cId="1168460104" sldId="2147483656"/>
          </pc:sldLayoutMkLst>
          <pc:spChg chg="mod">
            <ac:chgData name="Alessio Bellino" userId="4d67f9ee-b7e6-436d-9ca9-011d058f5ab9" providerId="ADAL" clId="{D6D7F994-7B23-4B30-9E0D-141B518001FB}" dt="2025-09-03T15:48:48.805" v="127" actId="404"/>
            <ac:spMkLst>
              <pc:docMk/>
              <pc:sldMasterMk cId="661577070" sldId="2147483648"/>
              <pc:sldLayoutMk cId="1168460104" sldId="2147483656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9.320" v="121" actId="207"/>
            <ac:spMkLst>
              <pc:docMk/>
              <pc:sldMasterMk cId="661577070" sldId="2147483648"/>
              <pc:sldLayoutMk cId="1168460104" sldId="2147483656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12.616" v="132" actId="404"/>
          <pc:sldLayoutMkLst>
            <pc:docMk/>
            <pc:sldMasterMk cId="661577070" sldId="2147483648"/>
            <pc:sldLayoutMk cId="892857456" sldId="2147483657"/>
          </pc:sldLayoutMkLst>
          <pc:spChg chg="mod">
            <ac:chgData name="Alessio Bellino" userId="4d67f9ee-b7e6-436d-9ca9-011d058f5ab9" providerId="ADAL" clId="{D6D7F994-7B23-4B30-9E0D-141B518001FB}" dt="2025-09-03T15:49:12.616" v="132" actId="404"/>
            <ac:spMkLst>
              <pc:docMk/>
              <pc:sldMasterMk cId="661577070" sldId="2147483648"/>
              <pc:sldLayoutMk cId="892857456" sldId="2147483657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23.023" v="120" actId="207"/>
            <ac:spMkLst>
              <pc:docMk/>
              <pc:sldMasterMk cId="661577070" sldId="2147483648"/>
              <pc:sldLayoutMk cId="892857456" sldId="2147483657"/>
              <ac:spMk id="4" creationId="{A9CE6CAF-4FD0-1FA1-1965-C06A9FCE86EB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21.285" v="134" actId="404"/>
          <pc:sldLayoutMkLst>
            <pc:docMk/>
            <pc:sldMasterMk cId="661577070" sldId="2147483648"/>
            <pc:sldLayoutMk cId="2348620504" sldId="2147483658"/>
          </pc:sldLayoutMkLst>
          <pc:spChg chg="mod">
            <ac:chgData name="Alessio Bellino" userId="4d67f9ee-b7e6-436d-9ca9-011d058f5ab9" providerId="ADAL" clId="{D6D7F994-7B23-4B30-9E0D-141B518001FB}" dt="2025-09-03T15:49:21.285" v="134" actId="404"/>
            <ac:spMkLst>
              <pc:docMk/>
              <pc:sldMasterMk cId="661577070" sldId="2147483648"/>
              <pc:sldLayoutMk cId="2348620504" sldId="2147483658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1.370" v="113" actId="207"/>
            <ac:spMkLst>
              <pc:docMk/>
              <pc:sldMasterMk cId="661577070" sldId="2147483648"/>
              <pc:sldLayoutMk cId="2348620504" sldId="2147483658"/>
              <ac:spMk id="4" creationId="{A9CE6CAF-4FD0-1FA1-1965-C06A9FCE86EB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9:28.125" v="136" actId="404"/>
          <pc:sldLayoutMkLst>
            <pc:docMk/>
            <pc:sldMasterMk cId="661577070" sldId="2147483648"/>
            <pc:sldLayoutMk cId="1471266884" sldId="2147483659"/>
          </pc:sldLayoutMkLst>
          <pc:spChg chg="mod">
            <ac:chgData name="Alessio Bellino" userId="4d67f9ee-b7e6-436d-9ca9-011d058f5ab9" providerId="ADAL" clId="{D6D7F994-7B23-4B30-9E0D-141B518001FB}" dt="2025-09-03T15:49:28.125" v="136" actId="404"/>
            <ac:spMkLst>
              <pc:docMk/>
              <pc:sldMasterMk cId="661577070" sldId="2147483648"/>
              <pc:sldLayoutMk cId="1471266884" sldId="2147483659"/>
              <ac:spMk id="2" creationId="{D7FA4241-75AB-E168-9F15-606C0FA2D9CB}"/>
            </ac:spMkLst>
          </pc:spChg>
          <pc:spChg chg="add 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3" creationId="{F876292C-B4E7-FCE3-1E74-154C919298A3}"/>
            </ac:spMkLst>
          </pc:spChg>
          <pc:spChg chg="mod">
            <ac:chgData name="Alessio Bellino" userId="4d67f9ee-b7e6-436d-9ca9-011d058f5ab9" providerId="ADAL" clId="{D6D7F994-7B23-4B30-9E0D-141B518001FB}" dt="2025-09-03T15:29:00.979" v="112" actId="207"/>
            <ac:spMkLst>
              <pc:docMk/>
              <pc:sldMasterMk cId="661577070" sldId="2147483648"/>
              <pc:sldLayoutMk cId="1471266884" sldId="2147483659"/>
              <ac:spMk id="4" creationId="{A9CE6CAF-4FD0-1FA1-1965-C06A9FCE86EB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5" creationId="{6F44FAD5-85C0-5126-BEBB-39AE90164067}"/>
            </ac:spMkLst>
          </pc:spChg>
          <pc:spChg chg="add mod">
            <ac:chgData name="Alessio Bellino" userId="4d67f9ee-b7e6-436d-9ca9-011d058f5ab9" providerId="ADAL" clId="{D6D7F994-7B23-4B30-9E0D-141B518001FB}" dt="2025-08-27T01:10:37.653" v="27" actId="1076"/>
            <ac:spMkLst>
              <pc:docMk/>
              <pc:sldMasterMk cId="661577070" sldId="2147483648"/>
              <pc:sldLayoutMk cId="1471266884" sldId="2147483659"/>
              <ac:spMk id="6" creationId="{5E15C401-2708-BE2C-313C-6E972121150A}"/>
            </ac:spMkLst>
          </pc:spChg>
          <pc:spChg chg="mod">
            <ac:chgData name="Alessio Bellino" userId="4d67f9ee-b7e6-436d-9ca9-011d058f5ab9" providerId="ADAL" clId="{D6D7F994-7B23-4B30-9E0D-141B518001FB}" dt="2025-08-27T01:11:08.780" v="46" actId="1035"/>
            <ac:spMkLst>
              <pc:docMk/>
              <pc:sldMasterMk cId="661577070" sldId="2147483648"/>
              <pc:sldLayoutMk cId="1471266884" sldId="2147483659"/>
              <ac:spMk id="10" creationId="{7EE5EA41-8A93-19E6-0938-921548C16043}"/>
            </ac:spMkLst>
          </pc:spChg>
          <pc:spChg chg="mod">
            <ac:chgData name="Alessio Bellino" userId="4d67f9ee-b7e6-436d-9ca9-011d058f5ab9" providerId="ADAL" clId="{D6D7F994-7B23-4B30-9E0D-141B518001FB}" dt="2025-08-27T01:11:37.001" v="74" actId="14100"/>
            <ac:spMkLst>
              <pc:docMk/>
              <pc:sldMasterMk cId="661577070" sldId="2147483648"/>
              <pc:sldLayoutMk cId="1471266884" sldId="2147483659"/>
              <ac:spMk id="13" creationId="{33A5CA17-0E07-7C00-D057-B222092BBE90}"/>
            </ac:spMkLst>
          </pc:spChg>
        </pc:sldLayoutChg>
        <pc:sldLayoutChg chg="addSp delSp modSp mod">
          <pc:chgData name="Alessio Bellino" userId="4d67f9ee-b7e6-436d-9ca9-011d058f5ab9" providerId="ADAL" clId="{D6D7F994-7B23-4B30-9E0D-141B518001FB}" dt="2025-09-03T15:48:58.086" v="129" actId="403"/>
          <pc:sldLayoutMkLst>
            <pc:docMk/>
            <pc:sldMasterMk cId="661577070" sldId="2147483648"/>
            <pc:sldLayoutMk cId="1862163226" sldId="2147483660"/>
          </pc:sldLayoutMkLst>
          <pc:spChg chg="mod">
            <ac:chgData name="Alessio Bellino" userId="4d67f9ee-b7e6-436d-9ca9-011d058f5ab9" providerId="ADAL" clId="{D6D7F994-7B23-4B30-9E0D-141B518001FB}" dt="2025-09-03T15:48:58.086" v="129" actId="403"/>
            <ac:spMkLst>
              <pc:docMk/>
              <pc:sldMasterMk cId="661577070" sldId="2147483648"/>
              <pc:sldLayoutMk cId="1862163226" sldId="2147483660"/>
              <ac:spMk id="2" creationId="{F452E439-A5BF-EE24-C08E-1F9F20701E7E}"/>
            </ac:spMkLst>
          </pc:spChg>
          <pc:spChg chg="mod">
            <ac:chgData name="Alessio Bellino" userId="4d67f9ee-b7e6-436d-9ca9-011d058f5ab9" providerId="ADAL" clId="{D6D7F994-7B23-4B30-9E0D-141B518001FB}" dt="2025-09-03T15:29:32.545" v="122" actId="207"/>
            <ac:spMkLst>
              <pc:docMk/>
              <pc:sldMasterMk cId="661577070" sldId="2147483648"/>
              <pc:sldLayoutMk cId="1862163226" sldId="2147483660"/>
              <ac:spMk id="7" creationId="{D9290BF2-0C25-514A-9D89-51E5C7543451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6.430" v="140" actId="404"/>
          <pc:sldLayoutMkLst>
            <pc:docMk/>
            <pc:sldMasterMk cId="661577070" sldId="2147483648"/>
            <pc:sldLayoutMk cId="4274332006" sldId="2147483661"/>
          </pc:sldLayoutMkLst>
          <pc:spChg chg="mod">
            <ac:chgData name="Alessio Bellino" userId="4d67f9ee-b7e6-436d-9ca9-011d058f5ab9" providerId="ADAL" clId="{D6D7F994-7B23-4B30-9E0D-141B518001FB}" dt="2025-09-03T15:49:36.430" v="140" actId="404"/>
            <ac:spMkLst>
              <pc:docMk/>
              <pc:sldMasterMk cId="661577070" sldId="2147483648"/>
              <pc:sldLayoutMk cId="4274332006" sldId="2147483661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051" v="110" actId="207"/>
            <ac:spMkLst>
              <pc:docMk/>
              <pc:sldMasterMk cId="661577070" sldId="2147483648"/>
              <pc:sldLayoutMk cId="4274332006" sldId="2147483661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33.029" v="138" actId="404"/>
          <pc:sldLayoutMkLst>
            <pc:docMk/>
            <pc:sldMasterMk cId="661577070" sldId="2147483648"/>
            <pc:sldLayoutMk cId="708463557" sldId="2147483662"/>
          </pc:sldLayoutMkLst>
          <pc:spChg chg="mod">
            <ac:chgData name="Alessio Bellino" userId="4d67f9ee-b7e6-436d-9ca9-011d058f5ab9" providerId="ADAL" clId="{D6D7F994-7B23-4B30-9E0D-141B518001FB}" dt="2025-09-03T15:49:33.029" v="138" actId="404"/>
            <ac:spMkLst>
              <pc:docMk/>
              <pc:sldMasterMk cId="661577070" sldId="2147483648"/>
              <pc:sldLayoutMk cId="708463557" sldId="2147483662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29:00.547" v="111" actId="207"/>
            <ac:spMkLst>
              <pc:docMk/>
              <pc:sldMasterMk cId="661577070" sldId="2147483648"/>
              <pc:sldLayoutMk cId="708463557" sldId="2147483662"/>
              <ac:spMk id="6" creationId="{A414259A-EE28-0473-21CE-0257CE7539E5}"/>
            </ac:spMkLst>
          </pc:spChg>
        </pc:sldLayoutChg>
        <pc:sldLayoutChg chg="modSp mod">
          <pc:chgData name="Alessio Bellino" userId="4d67f9ee-b7e6-436d-9ca9-011d058f5ab9" providerId="ADAL" clId="{D6D7F994-7B23-4B30-9E0D-141B518001FB}" dt="2025-09-03T15:49:48.493" v="146" actId="404"/>
          <pc:sldLayoutMkLst>
            <pc:docMk/>
            <pc:sldMasterMk cId="661577070" sldId="2147483648"/>
            <pc:sldLayoutMk cId="1162041891" sldId="2147483663"/>
          </pc:sldLayoutMkLst>
          <pc:spChg chg="mod">
            <ac:chgData name="Alessio Bellino" userId="4d67f9ee-b7e6-436d-9ca9-011d058f5ab9" providerId="ADAL" clId="{D6D7F994-7B23-4B30-9E0D-141B518001FB}" dt="2025-09-03T15:49:48.493" v="146" actId="404"/>
            <ac:spMkLst>
              <pc:docMk/>
              <pc:sldMasterMk cId="661577070" sldId="2147483648"/>
              <pc:sldLayoutMk cId="1162041891" sldId="2147483663"/>
              <ac:spMk id="2" creationId="{D7FA4241-75AB-E168-9F15-606C0FA2D9CB}"/>
            </ac:spMkLst>
          </pc:spChg>
          <pc:spChg chg="mod">
            <ac:chgData name="Alessio Bellino" userId="4d67f9ee-b7e6-436d-9ca9-011d058f5ab9" providerId="ADAL" clId="{D6D7F994-7B23-4B30-9E0D-141B518001FB}" dt="2025-09-03T15:49:46.156" v="144" actId="403"/>
            <ac:spMkLst>
              <pc:docMk/>
              <pc:sldMasterMk cId="661577070" sldId="2147483648"/>
              <pc:sldLayoutMk cId="1162041891" sldId="2147483663"/>
              <ac:spMk id="6" creationId="{A414259A-EE28-0473-21CE-0257CE7539E5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¡Los efectos especiales de Hollywood no ocurren de golpe! Para crear un efecto de encendido suave y gradual, necesitamos controlar cada píxel de la pantalla uno por uno. En esta misión, aprenderás a usar el poderoso bucle "for", una herramienta diseñada específicamente para contar y repetir acciones un número exacto de veces. ¡Prepárate para darle a tu interruptor un toque cinematográfico!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evento de ruido cambia la variable `estado` de verdadero a falso y viceversa. La gran diferencia está dentro del `si... sino...`. Cuando el `estado` es verdadero, dos bucles `contar con` anidados recorren la cuadrícula: `filas` afuera y, dentro de cada fila, `columnas`, encendiendo cada píxel (`dibuja en x columnas y filas`) con una pausa de 10 milisegundos. En la parte del `sino`, hacemos lo mismo, pero pintamos los píxeles de negro para crear el efecto de apagado gradual.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EBC41C-1973-BA75-6DA5-7476F2924EA7}"/>
              </a:ext>
            </a:extLst>
          </p:cNvPr>
          <p:cNvSpPr/>
          <p:nvPr userDrawn="1"/>
        </p:nvSpPr>
        <p:spPr>
          <a:xfrm>
            <a:off x="313509" y="1384663"/>
            <a:ext cx="11529241" cy="5130437"/>
          </a:xfrm>
          <a:prstGeom prst="roundRect">
            <a:avLst>
              <a:gd name="adj" fmla="val 3565"/>
            </a:avLst>
          </a:prstGeom>
          <a:solidFill>
            <a:srgbClr val="FACC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250" y="332438"/>
            <a:ext cx="9702800" cy="498598"/>
          </a:xfrm>
        </p:spPr>
        <p:txBody>
          <a:bodyPr lIns="0" tIns="0" rIns="0" bIns="0" anchor="ctr" anchorCtr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B2810-E0CF-406E-4F44-3A1E40441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394" y="3354907"/>
            <a:ext cx="2755326" cy="2828179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84945" y="1769366"/>
            <a:ext cx="7745054" cy="4413720"/>
          </a:xfrm>
          <a:prstGeom prst="roundRect">
            <a:avLst>
              <a:gd name="adj" fmla="val 3456"/>
            </a:avLst>
          </a:prstGeom>
          <a:noFill/>
          <a:ln w="57150">
            <a:solidFill>
              <a:srgbClr val="FFFFFF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B9BB7E5-C85F-0334-276C-7C712C2ED2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02626" y="388103"/>
            <a:ext cx="1640124" cy="36973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79A8B7-BAF0-EF58-AC85-EFDE61C90324}"/>
              </a:ext>
            </a:extLst>
          </p:cNvPr>
          <p:cNvGrpSpPr/>
          <p:nvPr userDrawn="1"/>
        </p:nvGrpSpPr>
        <p:grpSpPr>
          <a:xfrm>
            <a:off x="719394" y="1776715"/>
            <a:ext cx="1383463" cy="1317216"/>
            <a:chOff x="1784610" y="2330845"/>
            <a:chExt cx="1383463" cy="1317216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A8E70E-EF90-8C91-7557-6DA5901AE857}"/>
                </a:ext>
              </a:extLst>
            </p:cNvPr>
            <p:cNvSpPr/>
            <p:nvPr userDrawn="1"/>
          </p:nvSpPr>
          <p:spPr>
            <a:xfrm>
              <a:off x="1784610" y="2330845"/>
              <a:ext cx="1383463" cy="1317216"/>
            </a:xfrm>
            <a:prstGeom prst="roundRect">
              <a:avLst>
                <a:gd name="adj" fmla="val 840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D9C78F5D-0C65-AD3C-3EA2-AE6C8BBC81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72559" y="2451078"/>
              <a:ext cx="807564" cy="107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211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-to-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290BF2-0C25-514A-9D89-51E5C754345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2E439-A5BF-EE24-C08E-1F9F20701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7517" y="352860"/>
            <a:ext cx="11489043" cy="498598"/>
          </a:xfrm>
        </p:spPr>
        <p:txBody>
          <a:bodyPr wrap="square" lIns="0" tIns="0" rIns="0" bIns="0" anchor="ctr" anchorCtr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4B69F6-FE45-27AD-6411-FD4BBF3B0AE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41138" y="1197600"/>
            <a:ext cx="9331959" cy="531805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63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629" y="405753"/>
            <a:ext cx="11509172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468" y="2107350"/>
            <a:ext cx="7742784" cy="4412426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69867" y="2107347"/>
            <a:ext cx="3379665" cy="4412427"/>
          </a:xfrm>
          <a:prstGeom prst="roundRect">
            <a:avLst>
              <a:gd name="adj" fmla="val 4602"/>
            </a:avLst>
          </a:prstGeom>
          <a:solidFill>
            <a:srgbClr val="000000">
              <a:alpha val="5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46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07" y="401133"/>
            <a:ext cx="11505434" cy="498598"/>
          </a:xfrm>
        </p:spPr>
        <p:txBody>
          <a:bodyPr wrap="square"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5152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5151" y="4836160"/>
            <a:ext cx="11505434" cy="1692886"/>
          </a:xfrm>
          <a:prstGeom prst="roundRect">
            <a:avLst>
              <a:gd name="adj" fmla="val 9302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DF48D15-1243-3CFE-9BF8-52297AA92F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3324" y="1376583"/>
            <a:ext cx="5483524" cy="3124928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5715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845" y="399603"/>
            <a:ext cx="1151688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3375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3774775"/>
            <a:ext cx="11524350" cy="2757636"/>
          </a:xfrm>
          <a:prstGeom prst="roundRect">
            <a:avLst>
              <a:gd name="adj" fmla="val 4836"/>
            </a:avLst>
          </a:prstGeom>
          <a:solidFill>
            <a:srgbClr val="000000">
              <a:alpha val="40000"/>
            </a:srgb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FA5519-3AB3-CEC1-AE02-532EC2CCB4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007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31B82278-DD8A-4CE0-788E-1B913AF1EBB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80639" y="1346630"/>
            <a:ext cx="3577086" cy="2038495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-img">
    <p:bg>
      <p:bgPr>
        <a:solidFill>
          <a:srgbClr val="000000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_shape">
            <a:extLst>
              <a:ext uri="{FF2B5EF4-FFF2-40B4-BE49-F238E27FC236}">
                <a16:creationId xmlns:a16="http://schemas.microsoft.com/office/drawing/2014/main" id="{A9CE6CAF-4FD0-1FA1-1965-C06A9FCE86E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45" y="396509"/>
            <a:ext cx="11508510" cy="498598"/>
          </a:xfrm>
        </p:spPr>
        <p:txBody>
          <a:bodyPr wrap="square" lIns="0" tIns="0" rIns="0" bIns="0">
            <a:spAutoFit/>
          </a:bodyPr>
          <a:lstStyle>
            <a:lvl1pPr algn="ctr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E5EA41-8A93-19E6-0938-921548C160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6974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3A5CA17-0E07-7C00-D057-B222092BBE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93018" y="1335991"/>
            <a:ext cx="3062205" cy="5180899"/>
          </a:xfrm>
          <a:prstGeom prst="roundRect">
            <a:avLst>
              <a:gd name="adj" fmla="val 3016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anchor="ctr" anchorCtr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F876292C-B4E7-FCE3-1E74-154C919298A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40373" y="1330039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F44FAD5-85C0-5126-BEBB-39AE9016406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6974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15C401-2708-BE2C-313C-6E972121150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40373" y="4295174"/>
            <a:ext cx="3898598" cy="2221717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6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e-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-4762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427844"/>
            <a:ext cx="11515727" cy="498598"/>
          </a:xfrm>
        </p:spPr>
        <p:txBody>
          <a:bodyPr lIns="0" tIns="0" rIns="0" bIns="0">
            <a:sp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75" y="2114549"/>
            <a:ext cx="11515726" cy="4448176"/>
          </a:xfrm>
          <a:prstGeom prst="roundRect">
            <a:avLst>
              <a:gd name="adj" fmla="val 0"/>
            </a:avLst>
          </a:prstGeom>
          <a:noFill/>
        </p:spPr>
        <p:txBody>
          <a:bodyPr lIns="0" tIns="0" rIns="0" bIns="0" anchor="ctr" anchorCtr="0">
            <a:normAutofit/>
          </a:bodyPr>
          <a:lstStyle>
            <a:lvl1pPr marL="342900" indent="-3429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D11CD461-B056-D4E2-C5FA-0426E6C2FFF6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333375" y="1318188"/>
            <a:ext cx="11515726" cy="387798"/>
          </a:xfrm>
        </p:spPr>
        <p:txBody>
          <a:bodyPr lIns="0" tIns="0" rIns="0" bIns="0">
            <a:sp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Place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6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63" y="347332"/>
            <a:ext cx="11508537" cy="678672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BA157ECE-584D-D58C-7F05-1EEA65307A8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0563" y="2447348"/>
            <a:ext cx="7571494" cy="4072184"/>
          </a:xfrm>
          <a:prstGeom prst="roundRect">
            <a:avLst>
              <a:gd name="adj" fmla="val 3456"/>
            </a:avLst>
          </a:prstGeom>
          <a:solidFill>
            <a:schemeClr val="tx1"/>
          </a:solidFill>
          <a:ln w="3810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D1E4EC-C8D3-C56F-F489-179CD2CF7B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0563" y="1403404"/>
            <a:ext cx="11508537" cy="699551"/>
          </a:xfrm>
          <a:prstGeom prst="roundRect">
            <a:avLst>
              <a:gd name="adj" fmla="val 5043"/>
            </a:avLst>
          </a:prstGeom>
          <a:noFill/>
        </p:spPr>
        <p:txBody>
          <a:bodyPr lIns="0" tIns="0" rIns="0" anchor="ctr" anchorCtr="0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Master text styles</a:t>
            </a:r>
          </a:p>
        </p:txBody>
      </p:sp>
      <p:sp>
        <p:nvSpPr>
          <p:cNvPr id="5" name="Callout: Down Arrow 4">
            <a:extLst>
              <a:ext uri="{FF2B5EF4-FFF2-40B4-BE49-F238E27FC236}">
                <a16:creationId xmlns:a16="http://schemas.microsoft.com/office/drawing/2014/main" id="{BAE4049F-C3AB-1C61-89BD-6C81A2CCB192}"/>
              </a:ext>
            </a:extLst>
          </p:cNvPr>
          <p:cNvSpPr/>
          <p:nvPr userDrawn="1"/>
        </p:nvSpPr>
        <p:spPr>
          <a:xfrm>
            <a:off x="9586829" y="2581720"/>
            <a:ext cx="966159" cy="957532"/>
          </a:xfrm>
          <a:prstGeom prst="downArrowCallout">
            <a:avLst>
              <a:gd name="adj1" fmla="val 25000"/>
              <a:gd name="adj2" fmla="val 25000"/>
              <a:gd name="adj3" fmla="val 22297"/>
              <a:gd name="adj4" fmla="val 64977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Link</a:t>
            </a:r>
          </a:p>
          <a:p>
            <a:pPr algn="ctr"/>
            <a:r>
              <a:rPr lang="es-CL" dirty="0">
                <a:solidFill>
                  <a:schemeClr val="tx1"/>
                </a:solidFill>
              </a:rPr>
              <a:t>Online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85FE893F-47A3-E5F7-1212-48465408B0C7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8290719" y="3797514"/>
            <a:ext cx="3558381" cy="2597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CL" dirty="0"/>
              <a:t>https://example.com/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lec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ckground_cc">
            <a:extLst>
              <a:ext uri="{FF2B5EF4-FFF2-40B4-BE49-F238E27FC236}">
                <a16:creationId xmlns:a16="http://schemas.microsoft.com/office/drawing/2014/main" id="{A414259A-EE28-0473-21CE-0257CE7539E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A4241-75AB-E168-9F15-606C0FA2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039" y="328282"/>
            <a:ext cx="11518062" cy="665027"/>
          </a:xfrm>
        </p:spPr>
        <p:txBody>
          <a:bodyPr lIns="0" tIns="0" rIns="0" bIns="0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E9633AA3-1F01-FC54-9584-5A176A246101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7893693" y="1371600"/>
            <a:ext cx="3955408" cy="5158118"/>
          </a:xfrm>
          <a:prstGeom prst="roundRect">
            <a:avLst>
              <a:gd name="adj" fmla="val 4940"/>
            </a:avLst>
          </a:prstGeom>
          <a:solidFill>
            <a:schemeClr val="bg1"/>
          </a:solidFill>
        </p:spPr>
        <p:txBody>
          <a:bodyPr lIns="365760" tIns="365760" rIns="365760" bIns="365760" anchor="ctr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205E5FA-6881-9803-B9CE-B9F6C0D42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037" y="1371600"/>
            <a:ext cx="7231619" cy="5181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041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4374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91179-C1CD-A08D-D9B7-A92C32FC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CB0B4-6181-CC09-113A-CBA6A84A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157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6" r:id="rId3"/>
    <p:sldLayoutId id="2147483657" r:id="rId4"/>
    <p:sldLayoutId id="2147483658" r:id="rId5"/>
    <p:sldLayoutId id="2147483659" r:id="rId6"/>
    <p:sldLayoutId id="2147483662" r:id="rId7"/>
    <p:sldLayoutId id="2147483661" r:id="rId8"/>
    <p:sldLayoutId id="2147483663" r:id="rId9"/>
    <p:sldLayoutId id="214748365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Segoe UI" panose="020B0502040204020203" pitchFamily="34" charset="0"/>
          <a:ea typeface="Verdana" panose="020B060403050404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hyperlink" Target="https://app.protobject.com/generate?equivalent-luz-encendida-ruido-animacion&amp;es&amp;dynamic&amp;-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74216A-BFA6-9732-A49C-32CF61E454ED}"/>
              </a:ext>
            </a:extLst>
          </p:cNvPr>
          <p:cNvSpPr txBox="1"/>
          <p:nvPr/>
        </p:nvSpPr>
        <p:spPr>
          <a:xfrm>
            <a:off x="765048" y="2340864"/>
            <a:ext cx="1066190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Esta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presentación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 se genera </a:t>
            </a:r>
            <a:r>
              <a:rPr lang="en-US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automáticamente</a:t>
            </a:r>
            <a:r>
              <a:rPr lang="en-US" sz="2000" dirty="0"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Puedes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modificarla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a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tu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criterio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y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añadir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cualquier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contenido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adicional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 que </a:t>
            </a:r>
            <a:r>
              <a:rPr lang="en-US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desees</a:t>
            </a:r>
            <a:r>
              <a:rPr lang="en-US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DDBF746-CBFF-7D5E-0904-0C23A0CCA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48" y="735575"/>
            <a:ext cx="1640124" cy="36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834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 Encendido Cinematográfico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 más allá del encendido instantáneo. Aprende a usar el bucle 'for' para controlar cada píxel individualmente y crear un efecto de encendido y apagado gradual y cinematográfico.</a:t>
            </a:r>
          </a:p>
        </p:txBody>
      </p:sp>
      <p:pic>
        <p:nvPicPr>
          <p:cNvPr id="4" name="Picture Placeholder 3" descr="src_17.2-cinematic-power-on_17.2-encendido-cinematografico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3684945" y="1797930"/>
            <a:ext cx="7745054" cy="435659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¿Qué haremos?</a:t>
            </a:r>
          </a:p>
        </p:txBody>
      </p:sp>
      <p:pic>
        <p:nvPicPr>
          <p:cNvPr id="3" name="17.2_cinematic_power_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41138" y="1232015"/>
            <a:ext cx="9331959" cy="52492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Cuando Necesitamos Contar: El Bucle 'For'</a:t>
            </a:r>
          </a:p>
        </p:txBody>
      </p:sp>
      <p:pic>
        <p:nvPicPr>
          <p:cNvPr id="3" name="Picture Placeholder 2" descr="src_17.2-cinematic-power-on_a-for-loop-counting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700"/>
              <a:t>Hemos visto bucles que se repiten para siempre (`repetir para siempre`). Pero a veces, necesitamos que un bucle se ejecute un número </a:t>
            </a:r>
            <a:r>
              <a:rPr sz="1700" b="1"/>
              <a:t>exacto</a:t>
            </a:r>
            <a:r>
              <a:rPr sz="1700"/>
              <a:t> de veces. El </a:t>
            </a:r>
            <a:r>
              <a:rPr sz="1700" b="1"/>
              <a:t>bucle "for"</a:t>
            </a:r>
            <a:r>
              <a:rPr sz="1700"/>
              <a:t> (en Protobject, "contar con") es la herramienta perfecta para esto. Es como darle al programa una orden muy precisa: "Quiero que ejecutes este código, empezando a contar desde 1, terminando en 7, y avanzando de 1 en 1".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Componentes de un Bucle 'For'</a:t>
            </a:r>
          </a:p>
        </p:txBody>
      </p:sp>
      <p:pic>
        <p:nvPicPr>
          <p:cNvPr id="3" name="Picture Placeholder 2" descr="src_17.2-cinematic-power-on_b-for-loop-components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500"/>
              <a:t>Un bucle "for" tiene cuatro partes clave que definen su misión:</a:t>
            </a:r>
          </a:p>
          <a:p>
            <a:pPr/>
            <a:r>
              <a:rPr sz="1500"/>
              <a:t>1.  </a:t>
            </a:r>
            <a:r>
              <a:rPr sz="1500" b="1"/>
              <a:t>Variable Contadora:</a:t>
            </a:r>
            <a:r>
              <a:rPr sz="1500"/>
              <a:t> Una variable temporal que el bucle usa para llevar la cuenta (por ejemplo, `i`, `fila`, `columna`).</a:t>
            </a:r>
          </a:p>
          <a:p>
            <a:pPr/>
            <a:r>
              <a:rPr sz="1500"/>
              <a:t>2.  </a:t>
            </a:r>
            <a:r>
              <a:rPr sz="1500" b="1"/>
              <a:t>Valor Inicial:</a:t>
            </a:r>
            <a:r>
              <a:rPr sz="1500"/>
              <a:t> El número donde la variable contadora empieza a contar (por ejemplo, `1`).</a:t>
            </a:r>
          </a:p>
          <a:p>
            <a:pPr/>
            <a:r>
              <a:rPr sz="1500"/>
              <a:t>3.  </a:t>
            </a:r>
            <a:r>
              <a:rPr sz="1500" b="1"/>
              <a:t>Valor Final:</a:t>
            </a:r>
            <a:r>
              <a:rPr sz="1500"/>
              <a:t> El número donde el bucle se detendrá (por ejemplo, `7`).</a:t>
            </a:r>
          </a:p>
          <a:p>
            <a:pPr/>
            <a:r>
              <a:rPr sz="1500"/>
              <a:t>4.  </a:t>
            </a:r>
            <a:r>
              <a:rPr sz="1500" b="1"/>
              <a:t>Paso:</a:t>
            </a:r>
            <a:r>
              <a:rPr sz="1500"/>
              <a:t> Cuánto suma (o resta) la variable contadora en cada repetición (por ejemplo, `1`).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Bucles Anidados para Cuadrículas 2D</a:t>
            </a:r>
          </a:p>
        </p:txBody>
      </p:sp>
      <p:pic>
        <p:nvPicPr>
          <p:cNvPr id="3" name="Picture Placeholder 2" descr="src_17.2-cinematic-power-on_c-2d-matrix.es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300"/>
              <a:t>Nuestra pantalla de LEDs es una cuadrícula bidimensional (2D), tiene filas y columnas. Para recorrer cada píxel, un solo bucle no es suficiente. La solución es usar </a:t>
            </a:r>
            <a:r>
              <a:rPr sz="1300" b="1"/>
              <a:t>bucles 'for' anidados</a:t>
            </a:r>
            <a:r>
              <a:rPr sz="1300"/>
              <a:t>: ponemos un bucle dentro de otro.</a:t>
            </a:r>
          </a:p>
          <a:p>
            <a:pPr/>
            <a:r>
              <a:rPr sz="1300"/>
              <a:t>El </a:t>
            </a:r>
            <a:r>
              <a:rPr sz="1300" b="1"/>
              <a:t>bucle exterior</a:t>
            </a:r>
            <a:r>
              <a:rPr sz="1300"/>
              <a:t> recorre las </a:t>
            </a:r>
            <a:r>
              <a:rPr sz="1300" b="1"/>
              <a:t>filas</a:t>
            </a:r>
            <a:r>
              <a:rPr sz="1300"/>
              <a:t> (de 1 a 7): elige un renglón de la cuadrícula.</a:t>
            </a:r>
          </a:p>
          <a:p>
            <a:pPr/>
            <a:r>
              <a:rPr sz="1300"/>
              <a:t>Por cada fila, el </a:t>
            </a:r>
            <a:r>
              <a:rPr sz="1300" b="1"/>
              <a:t>bucle interior</a:t>
            </a:r>
            <a:r>
              <a:rPr sz="1300"/>
              <a:t> recorre las </a:t>
            </a:r>
            <a:r>
              <a:rPr sz="1300" b="1"/>
              <a:t>columnas</a:t>
            </a:r>
            <a:r>
              <a:rPr sz="1300"/>
              <a:t> y va encendiendo el píxel `x = columnas, y = filas`.</a:t>
            </a:r>
          </a:p>
          <a:p>
            <a:r>
              <a:rPr sz="1300"/>
              <a:t>La variable de adentro es la que cambia </a:t>
            </a:r>
            <a:r>
              <a:rPr sz="1300" b="1"/>
              <a:t>más rápido</a:t>
            </a:r>
            <a:r>
              <a:rPr sz="1300"/>
              <a:t>: da sus 7 vueltas completas por cada valor de la de afuera — por eso el bloque `dibuja` se ejecuta 7 × 7 = 49 veces, una por cada LED.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3000"/>
              <a:t>Necesitarás 2 componentes: </a:t>
            </a:r>
            <a:r>
              <a:rPr sz="3000" b="1"/>
              <a:t>NivelRuido</a:t>
            </a:r>
            <a:r>
              <a:rPr sz="3000"/>
              <a:t> y </a:t>
            </a:r>
            <a:r>
              <a:rPr sz="3000" b="1"/>
              <a:t>DibujoLED</a:t>
            </a:r>
            <a:r>
              <a:rPr sz="3000"/>
              <a:t>.</a:t>
            </a:r>
          </a:p>
          <a:p>
            <a:r>
              <a:rPr sz="3000"/>
              <a:t>Asegúrate de tenerlos listos en tu espacio de trabajo.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sz="1400"/>
              <a:t>¡Creando el efecto cinematográfico!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Composición del Código</a:t>
            </a:r>
          </a:p>
        </p:txBody>
      </p:sp>
      <p:pic>
        <p:nvPicPr>
          <p:cNvPr id="3" name="Picture Placeholder 2" descr="screenshot_00093b149af9dca988c479c934046df9.png"/>
          <p:cNvPicPr>
            <a:picLocks noGrp="1" noChangeAspect="1"/>
          </p:cNvPicPr>
          <p:nvPr>
            <p:ph type="pic" idx="11" sz="quarter"/>
          </p:nvPr>
        </p:nvPicPr>
        <p:blipFill>
          <a:blip r:embed="rId3"/>
          <a:srcRect/>
          <a:stretch>
            <a:fillRect/>
          </a:stretch>
        </p:blipFill>
        <p:spPr>
          <a:xfrm>
            <a:off x="1164257" y="2447348"/>
            <a:ext cx="5924106" cy="4072184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1300"/>
              <a:t>El evento de ruido cambia la variable `estado` de verdadero a falso y viceversa. La gran diferencia está dentro del `si... sino...`.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  <p:txBody>
          <a:bodyPr/>
          <a:p>
            <a:r>
              <a:rPr u="sng">
                <a:solidFill>
                  <a:srgbClr val="0000FF"/>
                </a:solidFill>
                <a:hlinkClick r:id="rId4"/>
              </a:rPr>
              <a:t>Ver el programa completo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Reflexiona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sz="2500"/>
              <a:t>¿Para qué tipo de tareas es ideal un bucle "for" en comparación con un bucle "repetir para siempre"?</a:t>
            </a:r>
          </a:p>
          <a:p>
            <a:r>
              <a:rPr sz="2500"/>
              <a:t>Explica por qué necesitamos dos bucles "for" anidados para encender toda la pantalla y no solo uno.</a:t>
            </a:r>
          </a:p>
          <a:p>
            <a:r>
              <a:rPr sz="2500"/>
              <a:t>El barrido recorre la cuadrícula renglón por renglón. ¿Qué cambiarías para que la recorriera columna por columna? (Pista: piensa cuál de los dos bucles va afuera y cuál adentro, sin tocar el bloque `dibuja`).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</a:t>
            </a:r>
          </a:p>
        </p:txBody>
      </p:sp>
      <p:pic>
        <p:nvPicPr>
          <p:cNvPr id="3" name="Picture Placeholder 2" descr="src_17.2-cinematic-power-on_d-hot-potato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342468" y="2135905"/>
            <a:ext cx="7742784" cy="4355316"/>
          </a:xfrm>
        </p:spPr>
      </p:pic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rmAutofit/>
          </a:bodyPr>
          <a:lstStyle/>
          <a:p>
            <a:r>
              <a:rPr sz="2100"/>
              <a:t>El encendido es genial, pero es predecible. ¿Y si una acción no se repite un número *conocido* de veces? Por ejemplo, un temporizador que dura un tiempo aleatorio: no sabes cuándo se detendrá. Para eso existe otro tipo de bucle: el bucle </a:t>
            </a:r>
            <a:r>
              <a:rPr sz="2100" b="1"/>
              <a:t>"while"</a:t>
            </a:r>
            <a:r>
              <a:rPr sz="210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58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Bellino</dc:creator>
  <cp:lastModifiedBy>Alessio Bellino</cp:lastModifiedBy>
  <cp:revision>41</cp:revision>
  <dcterms:created xsi:type="dcterms:W3CDTF">2025-08-23T17:03:52Z</dcterms:created>
  <dcterms:modified xsi:type="dcterms:W3CDTF">2025-09-03T15:49:53Z</dcterms:modified>
</cp:coreProperties>
</file>