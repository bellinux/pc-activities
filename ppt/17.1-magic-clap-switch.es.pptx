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 dominado las piezas del rompecabezas: eventos que escuchan, variables que recuerdan y condicionales que deciden. Ahora, en esta misión de síntesis, unirás todo para crear un proyecto clásico y mágico: un interruptor que enciende y apaga la luz con un aplauso. ¡Prepárate para construir tu primer dispositivo de "hogar inteligente" y demostrar todo lo que has aprendido!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código es un ejemplo perfecto de eficiencia. `Al iniciar` solo prepara la variable `estado` en `falso`: la pantalla parte apagada y el programa queda esperando el primer aplauso. Luego, el programa espera sin hacer nada. El bloque de evento `cuando el nivel de ruido detecta aumento repentino` lo es todo: primero, usa la lógica de 'interruptor' (`estado = no estado`) para invertir el estado actual. Inmediatamente después, un bloque `si... sino...` lee el *nuevo* estado de esa misma variable y enciende o apaga la luz. Este orden no es opcional: si el `si... sino...` leyera la variable *antes* de invertirla, la luz mostraría siempre el estado anterior — el interruptor iría un aplauso atrasado. Todo sucede en un instante, solo cuando es necesario.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https://app.protobject.com/generate?equivalent-luz-encendida-al-ruido&amp;es&amp;dynamic&amp;-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Interruptor Mágico de Aplausos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¡Aplauso y se enciende la luz! Consolida todo lo que has aprendido sobre eventos, variables y condicionales para crear un interruptor activado por sonido, al estilo de la domótica.</a:t>
            </a:r>
          </a:p>
        </p:txBody>
      </p:sp>
      <p:pic>
        <p:nvPicPr>
          <p:cNvPr id="4" name="Picture Placeholder 3" descr="src_17.1-magic-clap-switch_17.1-interruptor-magico-aplausos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684945" y="1797930"/>
            <a:ext cx="7745054" cy="435659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¿Qué haremos?</a:t>
            </a:r>
          </a:p>
        </p:txBody>
      </p:sp>
      <p:pic>
        <p:nvPicPr>
          <p:cNvPr id="3" name="17.1_magic_clap_switc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11414" y="1197600"/>
            <a:ext cx="2991407" cy="5318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Síntesis: Uniendo las Piezas del Rompecabezas</a:t>
            </a:r>
          </a:p>
        </p:txBody>
      </p:sp>
      <p:pic>
        <p:nvPicPr>
          <p:cNvPr id="3" name="Picture Placeholder 2" descr="src_17.1-magic-clap-switch_a-interactive-programming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300"/>
              <a:t>Has aprendido los tres superpoderes de la programación interactiva:</a:t>
            </a:r>
          </a:p>
          <a:p>
            <a:pPr/>
            <a:r>
              <a:rPr sz="1300"/>
              <a:t/>
            </a:r>
            <a:r>
              <a:rPr sz="1300" b="1"/>
              <a:t>Eventos:</a:t>
            </a:r>
            <a:r>
              <a:rPr sz="1300"/>
              <a:t> Para reaccionar a las acciones del mundo exterior (como un aplauso).</a:t>
            </a:r>
          </a:p>
          <a:p>
            <a:pPr/>
            <a:r>
              <a:rPr sz="1300"/>
              <a:t/>
            </a:r>
            <a:r>
              <a:rPr sz="1300" b="1"/>
              <a:t>Variables:</a:t>
            </a:r>
            <a:r>
              <a:rPr sz="1300"/>
              <a:t> Para dar memoria a tu programa y recordar su estado (como si la luz está encendida o apagada).</a:t>
            </a:r>
          </a:p>
          <a:p>
            <a:pPr/>
            <a:r>
              <a:rPr sz="1300"/>
              <a:t/>
            </a:r>
            <a:r>
              <a:rPr sz="1300" b="1"/>
              <a:t>Condicionales:</a:t>
            </a:r>
            <a:r>
              <a:rPr sz="1300"/>
              <a:t> Para tomar decisiones basadas en ese estado.</a:t>
            </a:r>
          </a:p>
          <a:p>
            <a:r>
              <a:rPr sz="1300"/>
              <a:t>En este proyecto, no aprenderemos un concepto nuevo, sino que combinaremos estos tres en una sola aplicación elegante y funcional, demostrando que ya tienes todo lo necesario para crear proyectos complejos.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Dirigida por Eventos</a:t>
            </a:r>
          </a:p>
        </p:txBody>
      </p:sp>
      <p:pic>
        <p:nvPicPr>
          <p:cNvPr id="3" name="Picture Placeholder 2" descr="src_17.1-magic-clap-switch_b-architecture-driven-by-events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300"/>
              <a:t>Este proyecto utiliza una arquitectura de programa muy limpia y eficiente. A diferencia de un programa que necesita un bucle principal animando constantemente, </a:t>
            </a:r>
            <a:r>
              <a:rPr sz="1300" b="1"/>
              <a:t>¡aquí no hay bucle principal para la lógica!</a:t>
            </a:r>
            <a:r>
              <a:rPr sz="1300"/>
              <a:t/>
            </a:r>
          </a:p>
          <a:p>
            <a:r>
              <a:rPr sz="1300"/>
              <a:t>El programa está completamente inactivo al principio. Toda la acción (cambiar la variable Y decidir qué hacer con la luz) ocurre *dentro del mismo bloque de evento*. El programa se "despierta" con el aplauso, hace su trabajo instantáneamente y se vuelve a "dormir". Esta forma de programar es muy común en las aplicaciones modernas para ahorrar energía y recursos del procesador.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3000"/>
              <a:t>Necesitaremos 2 componentes en nuestro celular: </a:t>
            </a:r>
            <a:r>
              <a:rPr sz="3000" b="1"/>
              <a:t>NivelRuido</a:t>
            </a:r>
            <a:r>
              <a:rPr sz="3000"/>
              <a:t> para detectar el aplauso (un aumento súbito de ruido) y </a:t>
            </a:r>
            <a:r>
              <a:rPr sz="3000" b="1"/>
              <a:t>DibujoLED</a:t>
            </a:r>
            <a:r>
              <a:rPr sz="3000"/>
              <a:t> para que actúe como nuestra 'ampolleta'.</a:t>
            </a:r>
          </a:p>
          <a:p>
            <a:r>
              <a:rPr sz="3000"/>
              <a:t>Recuerda escanear o abrir ambos componentes en tu dispositivo.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sz="1400"/>
              <a:t>¡A construir el interruptor mágico!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Composición del Código</a:t>
            </a:r>
          </a:p>
        </p:txBody>
      </p:sp>
      <p:pic>
        <p:nvPicPr>
          <p:cNvPr id="3" name="Picture Placeholder 2" descr="screenshot_de0b84bc5510823c37399dc67c01532c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40563" y="2635495"/>
            <a:ext cx="7571494" cy="3695889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800"/>
              <a:t>Este código es un ejemplo perfecto de eficiencia.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u="sng">
                <a:solidFill>
                  <a:srgbClr val="0000FF"/>
                </a:solidFill>
                <a:hlinkClick r:id="rId4"/>
              </a:rPr>
              <a:t>Ver el programa completo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200"/>
              <a:t>Mira la estructura de tu código: no hay ningún bucle principal, toda la lógica vive dentro del evento. ¿Qué ventaja tiene esto frente a un programa que repite instrucciones para siempre? ¿Cuál crees que gasta menos batería y por qué?</a:t>
            </a:r>
          </a:p>
          <a:p>
            <a:r>
              <a:rPr sz="2200"/>
              <a:t>El concepto de "domótica" o "hogar inteligente" se basa en dispositivos como este. ¿Qué otros aparatos en una casa te gustaría controlar con eventos como la voz, el movimiento o los aplausos?</a:t>
            </a:r>
          </a:p>
          <a:p>
            <a:r>
              <a:rPr sz="2200"/>
              <a:t>Actualmente, cualquier ruido fuerte activa el interruptor. ¿Cómo podrías hacerlo más robusto para que no se active accidentalmente (por ejemplo, con una tos)?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</a:t>
            </a:r>
          </a:p>
        </p:txBody>
      </p:sp>
      <p:pic>
        <p:nvPicPr>
          <p:cNvPr id="3" name="Picture Placeholder 2" descr="src_17.1-magic-clap-switch_c-gradual-light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800"/>
              <a:t>¡Dale un toque cinematográfico! En lugar de encenderse de golpe, ¿cómo harías para que la luz se "desvanezca" hacia adentro o hacia afuera, píxel por píxel? </a:t>
            </a:r>
            <a:r>
              <a:rPr sz="1800" b="1"/>
              <a:t>Pista</a:t>
            </a:r>
            <a:r>
              <a:rPr sz="1800"/>
              <a:t>: Para recorrer todos los píxeles de una pantalla uno por uno, necesitarás un tipo de bucle especial que pueda contar: uno que recorra filas y columnas una por una.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