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 id="26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 usado bucles `for` para contar un número exacto de pasos. Pero, ¿qué pasa si no sabes cuántas veces necesitas repetir una acción? Imagina el juego de "la papa caliente": el temporizador es aleatorio y el suspenso es la clave. No sabes si explotará en 5 segundos o en 15. En esta misión, aprenderás a usar el último de los grandes bucles, el bucle "while" (repetir mientras), para crear tu propia versión digital de este emocionante juego.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evento `cuando es tocado` solo pone la bandera `listo` en verdadero. El resto vive en el bucle `repetir para siempre`, dentro de un `si listo`: se sortea `tiempoRestante` y se activa el bucle `mientras tiempoRestante &gt; 0`, que en cada vuelta hace sonar un «tic». Es crucial que dentro del bucle modifiquemos la variable que se está comprobando (con el bloque `añadir -1 a tiempoRestante`). Si olvidáramos este paso, `tiempoRestante` nunca llegaría a 0, la condición siempre sería verdadera, ¡y el bucle se ejecutaría para siempre! Cuando el tiempo se acaba suenan cuatro notas que bajan, la bandera vuelve a falso y el juego espera el próximo toque.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hyperlink" Target="https://app.protobject.com/generate?equivalent-papas-caliente-juego&amp;es&amp;dynamic&am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La Papa Explosiva Digital</a:t>
            </a:r>
          </a:p>
        </p:txBody>
      </p:sp>
      <p:sp>
        <p:nvSpPr>
          <p:cNvPr id="3" name="Subtitle 2"/>
          <p:cNvSpPr>
            <a:spLocks noGrp="1"/>
          </p:cNvSpPr>
          <p:nvPr>
            <p:ph type="subTitle" idx="1"/>
          </p:nvPr>
        </p:nvSpPr>
        <p:spPr/>
        <p:txBody>
          <a:bodyPr/>
          <a:lstStyle/>
          <a:p>
            <a:r>
              <a:t>Programa un juego de suspenso con un temporizador impredecible. Aprende a usar el bucle 'while' para acciones que deben repetirse un número desconocido de veces.</a:t>
            </a:r>
          </a:p>
        </p:txBody>
      </p:sp>
      <p:pic>
        <p:nvPicPr>
          <p:cNvPr id="4" name="Picture Placeholder 3" descr="src_19.1-digital-hot-potato_19.1-la-patata-explosiva-digital.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19.1_digital_hot_potato.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4611414" y="1197600"/>
            <a:ext cx="2991407" cy="5318057"/>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Cuando No Sabes Cuándo Parar</a:t>
            </a:r>
          </a:p>
        </p:txBody>
      </p:sp>
      <p:pic>
        <p:nvPicPr>
          <p:cNvPr id="3" name="Picture Placeholder 2" descr="src_19.1-digital-hot-potato_a-dont-know-when-to-stop.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500"/>
              <a:t>El bucle `for` es genial cuando sabes de antemano el número exacto de repeticiones (por ejemplo, "repite 10 veces" o "recorre los 7 píxeles de una fila").</a:t>
            </a:r>
          </a:p>
          <a:p>
            <a:r>
              <a:rPr sz="1500"/>
              <a:t>Pero en muchos casos, como en un juego con un temporizador aleatorio o al esperar que un usuario presione una tecla, no sabes cuánto tiempo tomará. Necesitas un bucle que pueda seguir funcionando </a:t>
            </a:r>
            <a:r>
              <a:rPr sz="1500" b="1"/>
              <a:t>mientras</a:t>
            </a:r>
            <a:r>
              <a:rPr sz="1500"/>
              <a:t> se cumpla una condición, sin importar cuántas repeticiones sean.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Bucle 'While' (Repetir Mientras)</a:t>
            </a:r>
          </a:p>
        </p:txBody>
      </p:sp>
      <p:pic>
        <p:nvPicPr>
          <p:cNvPr id="3" name="Picture Placeholder 2" descr="src_19.1-digital-hot-potato_b-while-loop.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300"/>
              <a:t>El </a:t>
            </a:r>
            <a:r>
              <a:rPr sz="1300" b="1"/>
              <a:t>bucle "while"</a:t>
            </a:r>
            <a:r>
              <a:rPr sz="1300"/>
              <a:t> (o "repetir mientras") es la solución perfecta para estos casos. Funciona con una lógica simple:</a:t>
            </a:r>
          </a:p>
          <a:p>
            <a:pPr/>
            <a:r>
              <a:rPr sz="1300"/>
              <a:t>1.  Primero, comprueba una condición (por ejemplo, `¿es tiempoRestante &gt; 0?`).</a:t>
            </a:r>
          </a:p>
          <a:p>
            <a:pPr/>
            <a:r>
              <a:rPr sz="1300"/>
              <a:t>2.  </a:t>
            </a:r>
            <a:r>
              <a:rPr sz="1300" b="1"/>
              <a:t>Mientras</a:t>
            </a:r>
            <a:r>
              <a:rPr sz="1300"/>
              <a:t> esa condición sea </a:t>
            </a:r>
            <a:r>
              <a:rPr sz="1300" b="1"/>
              <a:t>verdadera</a:t>
            </a:r>
            <a:r>
              <a:rPr sz="1300"/>
              <a:t>, ejecuta el código que tiene dentro una y otra vez.</a:t>
            </a:r>
          </a:p>
          <a:p>
            <a:pPr/>
            <a:r>
              <a:rPr sz="1300"/>
              <a:t>3.  En cada repetición, vuelve al paso 1 y comprueba la condición de nuevo.</a:t>
            </a:r>
          </a:p>
          <a:p>
            <a:pPr/>
            <a:r>
              <a:rPr sz="1300"/>
              <a:t>4.  En el momento en que la condición se vuelve </a:t>
            </a:r>
            <a:r>
              <a:rPr sz="1300" b="1"/>
              <a:t>falsa</a:t>
            </a:r>
            <a:r>
              <a:rPr sz="1300"/>
              <a:t>, el bucle se detiene inmediatamente y el programa continúa con el siguiente bloque.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 Lógica de la Papa Caliente</a:t>
            </a:r>
          </a:p>
        </p:txBody>
      </p:sp>
      <p:pic>
        <p:nvPicPr>
          <p:cNvPr id="3" name="Picture Placeholder 2" descr="src_19.1-digital-hot-potato_c-hot-potato-logic.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100"/>
              <a:t>Nuestro juego combina varias ideas que ya conoces de una manera nueva:</a:t>
            </a:r>
          </a:p>
          <a:p>
            <a:r>
              <a:rPr sz="1100"/>
              <a:t>- </a:t>
            </a:r>
            <a:r>
              <a:rPr sz="1100" b="1"/>
              <a:t>Evento:</a:t>
            </a:r>
            <a:r>
              <a:rPr sz="1100"/>
              <a:t> Tocar la pantalla pide una nueva ronda.</a:t>
            </a:r>
          </a:p>
          <a:p>
            <a:r>
              <a:rPr sz="1100"/>
              <a:t>- </a:t>
            </a:r>
            <a:r>
              <a:rPr sz="1100" b="1"/>
              <a:t>Bandera:</a:t>
            </a:r>
            <a:r>
              <a:rPr sz="1100"/>
              <a:t> La variable `listo` avisa al bucle principal que hay que jugar. El evento solo la pone en verdadero; el bucle `repetir para siempre` empieza la ronda `si listo`, y al terminar la vuelve a poner en falso. Por eso, si alguien toca la pantalla durante la ronda, no pasa nada: la ronda sigue y, al final, el juego espera un toque nuevo.</a:t>
            </a:r>
          </a:p>
          <a:p>
            <a:r>
              <a:rPr sz="1100"/>
              <a:t>- </a:t>
            </a:r>
            <a:r>
              <a:rPr sz="1100" b="1"/>
              <a:t>Variable y Aleatoriedad:</a:t>
            </a:r>
            <a:r>
              <a:rPr sz="1100"/>
              <a:t> La variable `tiempoRestante` almacena un número </a:t>
            </a:r>
            <a:r>
              <a:rPr sz="1100" b="1"/>
              <a:t>aleatorio</a:t>
            </a:r>
            <a:r>
              <a:rPr sz="1100"/>
              <a:t> para que cada ronda sea impredecible.</a:t>
            </a:r>
          </a:p>
          <a:p>
            <a:r>
              <a:rPr sz="1100"/>
              <a:t>- </a:t>
            </a:r>
            <a:r>
              <a:rPr sz="1100" b="1"/>
              <a:t>Bucle While:</a:t>
            </a:r>
            <a:r>
              <a:rPr sz="1100"/>
              <a:t> El bucle principal del juego se ejecuta </a:t>
            </a:r>
            <a:r>
              <a:rPr sz="1100" b="1"/>
              <a:t>mientras `tiempoRestante &gt; 0`</a:t>
            </a:r>
            <a:r>
              <a:rPr sz="1100"/>
              <a:t>. Dentro del bucle suena un «tic», restamos 1 a `tiempoRestante` y esperamos un segundo.</a:t>
            </a:r>
          </a:p>
          <a:p>
            <a:r>
              <a:rPr sz="1100"/>
              <a:t>- </a:t>
            </a:r>
            <a:r>
              <a:rPr sz="1100" b="1"/>
              <a:t>Final:</a:t>
            </a:r>
            <a:r>
              <a:rPr sz="1100"/>
              <a:t> Cuando `tiempoRestante` llega a 0, la condición del bucle se vuelve falsa, el bucle termina, ¡y la papa "explota"!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Necesitaremos 2 componentes: </a:t>
            </a:r>
            <a:r>
              <a:rPr sz="3000" b="1"/>
              <a:t>BotónTáctil</a:t>
            </a:r>
            <a:r>
              <a:rPr sz="3000"/>
              <a:t> para que actúe como nuestro botón de inicio, y </a:t>
            </a:r>
            <a:r>
              <a:rPr sz="3000" b="1"/>
              <a:t>TecladoMusical</a:t>
            </a:r>
            <a:r>
              <a:rPr sz="3000"/>
              <a:t> para el tic-tac del suspenso y el sonido final.</a:t>
            </a:r>
          </a:p>
          <a:p>
            <a:r>
              <a:rPr sz="3000"/>
              <a:t>Asegúrate de tenerlos listos en tu espacio de trabajo. Puedes abrirlos en la misma ventana.</a:t>
            </a:r>
          </a:p>
        </p:txBody>
      </p:sp>
      <p:sp>
        <p:nvSpPr>
          <p:cNvPr id="4" name="Chart Placeholder 3"/>
          <p:cNvSpPr>
            <a:spLocks noGrp="1"/>
          </p:cNvSpPr>
          <p:nvPr>
            <p:ph type="chart" idx="14" sz="quarter"/>
          </p:nvPr>
        </p:nvSpPr>
        <p:spPr/>
        <p:txBody>
          <a:bodyPr/>
          <a:p>
            <a:r>
              <a:rPr sz="1400"/>
              <a:t>¡A jugar a la Papa Caliente!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0672779c61e1fdb17c33ffb0a34b7cee.png"/>
          <p:cNvPicPr>
            <a:picLocks noGrp="1" noChangeAspect="1"/>
          </p:cNvPicPr>
          <p:nvPr>
            <p:ph type="pic" idx="11" sz="quarter"/>
          </p:nvPr>
        </p:nvPicPr>
        <p:blipFill>
          <a:blip r:embed="rId3"/>
          <a:srcRect/>
          <a:stretch>
            <a:fillRect/>
          </a:stretch>
        </p:blipFill>
        <p:spPr>
          <a:xfrm>
            <a:off x="2552411" y="2447348"/>
            <a:ext cx="3147798" cy="4072184"/>
          </a:xfrm>
        </p:spPr>
      </p:pic>
      <p:sp>
        <p:nvSpPr>
          <p:cNvPr id="4" name="Text Placeholder 3"/>
          <p:cNvSpPr>
            <a:spLocks noGrp="1"/>
          </p:cNvSpPr>
          <p:nvPr>
            <p:ph type="body" idx="12" sz="quarter"/>
          </p:nvPr>
        </p:nvSpPr>
        <p:spPr/>
        <p:txBody>
          <a:bodyPr wrap="square">
            <a:normAutofit/>
          </a:bodyPr>
          <a:lstStyle/>
          <a:p>
            <a:r>
              <a:rPr sz="1800"/>
              <a:t>El evento `cuando es tocado` solo pone la bandera `listo` en verdadero.</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400"/>
              <a:t>¿Cuál es la principal diferencia entre un bucle "for" y un bucle "while"? ¿Por qué era "while" la mejor opción para este juego?</a:t>
            </a:r>
          </a:p>
          <a:p>
            <a:r>
              <a:rPr sz="2400"/>
              <a:t>Dentro de un bucle "while", es muy importante asegurarse de que la condición eventualmente se vuelva falsa para evitar un bucle infinito. ¿Qué bloque dentro de nuestro bucle garantiza que el juego siempre termine?</a:t>
            </a:r>
          </a:p>
          <a:p>
            <a:r>
              <a:rPr sz="2400"/>
              <a:t>¿Qué pasaría si el número aleatorio generado pudiera ser 0? ¿Funcionaría el juego correctamente?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19.1-digital-hot-potato_d-time-remaining-hot-potato.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2100"/>
              <a:t>¡Haz el juego más visual! ¿Puedes hacer que el tiempo restante se muestre en la pantalla durante la cuenta atrás? </a:t>
            </a:r>
            <a:r>
              <a:rPr sz="2100" b="1"/>
              <a:t>Pista</a:t>
            </a:r>
            <a:r>
              <a:rPr sz="2100"/>
              <a:t>: Necesitarías añadir los bloques `borrar la pantalla` y `escribir texto` *dentro* del bucle "while" para actualizar la pantalla cada segundo.</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