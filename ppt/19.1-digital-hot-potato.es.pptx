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dia/image2.svg" ContentType="image/svg+xml"/>
  <Override PartName="/ppt/media/image4.svg" ContentType="image/svg+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9"/>
    <p:sldId id="258" r:id="rId11"/>
    <p:sldId id="259" r:id="rId12"/>
    <p:sldId id="260" r:id="rId13"/>
    <p:sldId id="261" r:id="rId14"/>
    <p:sldId id="262" r:id="rId15"/>
    <p:sldId id="263"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338CA"/>
    <a:srgbClr val="1D4ED8"/>
    <a:srgbClr val="A551F4"/>
    <a:srgbClr val="FFFFFF"/>
    <a:srgbClr val="A16207"/>
    <a:srgbClr val="000000"/>
    <a:srgbClr val="FACC15"/>
    <a:srgbClr val="FFC93C"/>
    <a:srgbClr val="0575B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D7F994-7B23-4B30-9E0D-141B518001FB}" v="23" dt="2025-09-03T15:49:48.49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55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microsoft.com/office/2016/11/relationships/changesInfo" Target="changesInfos/changesInfo1.xml"/><Relationship Id="rId8" Type="http://schemas.microsoft.com/office/2015/10/relationships/revisionInfo" Target="revisionInfo.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ssio Bellino" userId="4d67f9ee-b7e6-436d-9ca9-011d058f5ab9" providerId="ADAL" clId="{D6D7F994-7B23-4B30-9E0D-141B518001FB}"/>
    <pc:docChg chg="undo custSel delSld modMainMaster">
      <pc:chgData name="Alessio Bellino" userId="4d67f9ee-b7e6-436d-9ca9-011d058f5ab9" providerId="ADAL" clId="{D6D7F994-7B23-4B30-9E0D-141B518001FB}" dt="2025-09-03T15:49:48.493" v="146" actId="404"/>
      <pc:docMkLst>
        <pc:docMk/>
      </pc:docMkLst>
      <pc:sldChg chg="del">
        <pc:chgData name="Alessio Bellino" userId="4d67f9ee-b7e6-436d-9ca9-011d058f5ab9" providerId="ADAL" clId="{D6D7F994-7B23-4B30-9E0D-141B518001FB}" dt="2025-08-27T01:13:29.985" v="83" actId="47"/>
        <pc:sldMkLst>
          <pc:docMk/>
          <pc:sldMk cId="1091577834" sldId="256"/>
        </pc:sldMkLst>
      </pc:sldChg>
      <pc:sldChg chg="del">
        <pc:chgData name="Alessio Bellino" userId="4d67f9ee-b7e6-436d-9ca9-011d058f5ab9" providerId="ADAL" clId="{D6D7F994-7B23-4B30-9E0D-141B518001FB}" dt="2025-08-27T01:13:28.949" v="82" actId="47"/>
        <pc:sldMkLst>
          <pc:docMk/>
          <pc:sldMk cId="0" sldId="257"/>
        </pc:sldMkLst>
      </pc:sldChg>
      <pc:sldChg chg="del">
        <pc:chgData name="Alessio Bellino" userId="4d67f9ee-b7e6-436d-9ca9-011d058f5ab9" providerId="ADAL" clId="{D6D7F994-7B23-4B30-9E0D-141B518001FB}" dt="2025-08-27T01:13:25.571" v="81" actId="47"/>
        <pc:sldMkLst>
          <pc:docMk/>
          <pc:sldMk cId="0" sldId="258"/>
        </pc:sldMkLst>
      </pc:sldChg>
      <pc:sldChg chg="del">
        <pc:chgData name="Alessio Bellino" userId="4d67f9ee-b7e6-436d-9ca9-011d058f5ab9" providerId="ADAL" clId="{D6D7F994-7B23-4B30-9E0D-141B518001FB}" dt="2025-08-27T01:13:25.571" v="81" actId="47"/>
        <pc:sldMkLst>
          <pc:docMk/>
          <pc:sldMk cId="0" sldId="259"/>
        </pc:sldMkLst>
      </pc:sldChg>
      <pc:sldChg chg="del">
        <pc:chgData name="Alessio Bellino" userId="4d67f9ee-b7e6-436d-9ca9-011d058f5ab9" providerId="ADAL" clId="{D6D7F994-7B23-4B30-9E0D-141B518001FB}" dt="2025-08-27T01:13:25.571" v="81" actId="47"/>
        <pc:sldMkLst>
          <pc:docMk/>
          <pc:sldMk cId="0" sldId="260"/>
        </pc:sldMkLst>
      </pc:sldChg>
      <pc:sldChg chg="del">
        <pc:chgData name="Alessio Bellino" userId="4d67f9ee-b7e6-436d-9ca9-011d058f5ab9" providerId="ADAL" clId="{D6D7F994-7B23-4B30-9E0D-141B518001FB}" dt="2025-08-27T01:13:25.571" v="81" actId="47"/>
        <pc:sldMkLst>
          <pc:docMk/>
          <pc:sldMk cId="0" sldId="261"/>
        </pc:sldMkLst>
      </pc:sldChg>
      <pc:sldChg chg="del">
        <pc:chgData name="Alessio Bellino" userId="4d67f9ee-b7e6-436d-9ca9-011d058f5ab9" providerId="ADAL" clId="{D6D7F994-7B23-4B30-9E0D-141B518001FB}" dt="2025-08-27T01:13:25.571" v="81" actId="47"/>
        <pc:sldMkLst>
          <pc:docMk/>
          <pc:sldMk cId="0" sldId="262"/>
        </pc:sldMkLst>
      </pc:sldChg>
      <pc:sldChg chg="del">
        <pc:chgData name="Alessio Bellino" userId="4d67f9ee-b7e6-436d-9ca9-011d058f5ab9" providerId="ADAL" clId="{D6D7F994-7B23-4B30-9E0D-141B518001FB}" dt="2025-08-27T01:13:25.571" v="81" actId="47"/>
        <pc:sldMkLst>
          <pc:docMk/>
          <pc:sldMk cId="0" sldId="263"/>
        </pc:sldMkLst>
      </pc:sldChg>
      <pc:sldChg chg="del">
        <pc:chgData name="Alessio Bellino" userId="4d67f9ee-b7e6-436d-9ca9-011d058f5ab9" providerId="ADAL" clId="{D6D7F994-7B23-4B30-9E0D-141B518001FB}" dt="2025-08-27T01:13:25.571" v="81" actId="47"/>
        <pc:sldMkLst>
          <pc:docMk/>
          <pc:sldMk cId="0" sldId="264"/>
        </pc:sldMkLst>
      </pc:sldChg>
      <pc:sldChg chg="del">
        <pc:chgData name="Alessio Bellino" userId="4d67f9ee-b7e6-436d-9ca9-011d058f5ab9" providerId="ADAL" clId="{D6D7F994-7B23-4B30-9E0D-141B518001FB}" dt="2025-08-27T01:13:25.571" v="81" actId="47"/>
        <pc:sldMkLst>
          <pc:docMk/>
          <pc:sldMk cId="0" sldId="265"/>
        </pc:sldMkLst>
      </pc:sldChg>
      <pc:sldChg chg="del">
        <pc:chgData name="Alessio Bellino" userId="4d67f9ee-b7e6-436d-9ca9-011d058f5ab9" providerId="ADAL" clId="{D6D7F994-7B23-4B30-9E0D-141B518001FB}" dt="2025-08-27T01:13:25.571" v="81" actId="47"/>
        <pc:sldMkLst>
          <pc:docMk/>
          <pc:sldMk cId="0" sldId="266"/>
        </pc:sldMkLst>
      </pc:sldChg>
      <pc:sldChg chg="del">
        <pc:chgData name="Alessio Bellino" userId="4d67f9ee-b7e6-436d-9ca9-011d058f5ab9" providerId="ADAL" clId="{D6D7F994-7B23-4B30-9E0D-141B518001FB}" dt="2025-08-27T01:13:25.571" v="81" actId="47"/>
        <pc:sldMkLst>
          <pc:docMk/>
          <pc:sldMk cId="0" sldId="267"/>
        </pc:sldMkLst>
      </pc:sldChg>
      <pc:sldChg chg="del">
        <pc:chgData name="Alessio Bellino" userId="4d67f9ee-b7e6-436d-9ca9-011d058f5ab9" providerId="ADAL" clId="{D6D7F994-7B23-4B30-9E0D-141B518001FB}" dt="2025-08-27T01:13:25.571" v="81" actId="47"/>
        <pc:sldMkLst>
          <pc:docMk/>
          <pc:sldMk cId="0" sldId="268"/>
        </pc:sldMkLst>
      </pc:sldChg>
      <pc:sldMasterChg chg="modSldLayout">
        <pc:chgData name="Alessio Bellino" userId="4d67f9ee-b7e6-436d-9ca9-011d058f5ab9" providerId="ADAL" clId="{D6D7F994-7B23-4B30-9E0D-141B518001FB}" dt="2025-09-03T15:49:48.493" v="146" actId="404"/>
        <pc:sldMasterMkLst>
          <pc:docMk/>
          <pc:sldMasterMk cId="661577070" sldId="2147483648"/>
        </pc:sldMasterMkLst>
        <pc:sldLayoutChg chg="modSp mod">
          <pc:chgData name="Alessio Bellino" userId="4d67f9ee-b7e6-436d-9ca9-011d058f5ab9" providerId="ADAL" clId="{D6D7F994-7B23-4B30-9E0D-141B518001FB}" dt="2025-09-03T15:49:04.125" v="130" actId="403"/>
          <pc:sldLayoutMkLst>
            <pc:docMk/>
            <pc:sldMasterMk cId="661577070" sldId="2147483648"/>
            <pc:sldLayoutMk cId="552119573" sldId="2147483649"/>
          </pc:sldLayoutMkLst>
          <pc:spChg chg="mod">
            <ac:chgData name="Alessio Bellino" userId="4d67f9ee-b7e6-436d-9ca9-011d058f5ab9" providerId="ADAL" clId="{D6D7F994-7B23-4B30-9E0D-141B518001FB}" dt="2025-09-03T15:49:04.125" v="130" actId="403"/>
            <ac:spMkLst>
              <pc:docMk/>
              <pc:sldMasterMk cId="661577070" sldId="2147483648"/>
              <pc:sldLayoutMk cId="552119573" sldId="2147483649"/>
              <ac:spMk id="2" creationId="{F452E439-A5BF-EE24-C08E-1F9F20701E7E}"/>
            </ac:spMkLst>
          </pc:spChg>
          <pc:spChg chg="mod">
            <ac:chgData name="Alessio Bellino" userId="4d67f9ee-b7e6-436d-9ca9-011d058f5ab9" providerId="ADAL" clId="{D6D7F994-7B23-4B30-9E0D-141B518001FB}" dt="2025-09-03T15:29:12.824" v="119" actId="1035"/>
            <ac:spMkLst>
              <pc:docMk/>
              <pc:sldMasterMk cId="661577070" sldId="2147483648"/>
              <pc:sldLayoutMk cId="552119573" sldId="2147483649"/>
              <ac:spMk id="7" creationId="{D9290BF2-0C25-514A-9D89-51E5C7543451}"/>
            </ac:spMkLst>
          </pc:spChg>
        </pc:sldLayoutChg>
        <pc:sldLayoutChg chg="modSp mod">
          <pc:chgData name="Alessio Bellino" userId="4d67f9ee-b7e6-436d-9ca9-011d058f5ab9" providerId="ADAL" clId="{D6D7F994-7B23-4B30-9E0D-141B518001FB}" dt="2025-09-03T15:48:48.805" v="127" actId="404"/>
          <pc:sldLayoutMkLst>
            <pc:docMk/>
            <pc:sldMasterMk cId="661577070" sldId="2147483648"/>
            <pc:sldLayoutMk cId="1168460104" sldId="2147483656"/>
          </pc:sldLayoutMkLst>
          <pc:spChg chg="mod">
            <ac:chgData name="Alessio Bellino" userId="4d67f9ee-b7e6-436d-9ca9-011d058f5ab9" providerId="ADAL" clId="{D6D7F994-7B23-4B30-9E0D-141B518001FB}" dt="2025-09-03T15:48:48.805" v="127" actId="404"/>
            <ac:spMkLst>
              <pc:docMk/>
              <pc:sldMasterMk cId="661577070" sldId="2147483648"/>
              <pc:sldLayoutMk cId="1168460104" sldId="2147483656"/>
              <ac:spMk id="2" creationId="{D7FA4241-75AB-E168-9F15-606C0FA2D9CB}"/>
            </ac:spMkLst>
          </pc:spChg>
          <pc:spChg chg="mod">
            <ac:chgData name="Alessio Bellino" userId="4d67f9ee-b7e6-436d-9ca9-011d058f5ab9" providerId="ADAL" clId="{D6D7F994-7B23-4B30-9E0D-141B518001FB}" dt="2025-09-03T15:29:29.320" v="121" actId="207"/>
            <ac:spMkLst>
              <pc:docMk/>
              <pc:sldMasterMk cId="661577070" sldId="2147483648"/>
              <pc:sldLayoutMk cId="1168460104" sldId="2147483656"/>
              <ac:spMk id="4" creationId="{A9CE6CAF-4FD0-1FA1-1965-C06A9FCE86EB}"/>
            </ac:spMkLst>
          </pc:spChg>
        </pc:sldLayoutChg>
        <pc:sldLayoutChg chg="modSp mod">
          <pc:chgData name="Alessio Bellino" userId="4d67f9ee-b7e6-436d-9ca9-011d058f5ab9" providerId="ADAL" clId="{D6D7F994-7B23-4B30-9E0D-141B518001FB}" dt="2025-09-03T15:49:12.616" v="132" actId="404"/>
          <pc:sldLayoutMkLst>
            <pc:docMk/>
            <pc:sldMasterMk cId="661577070" sldId="2147483648"/>
            <pc:sldLayoutMk cId="892857456" sldId="2147483657"/>
          </pc:sldLayoutMkLst>
          <pc:spChg chg="mod">
            <ac:chgData name="Alessio Bellino" userId="4d67f9ee-b7e6-436d-9ca9-011d058f5ab9" providerId="ADAL" clId="{D6D7F994-7B23-4B30-9E0D-141B518001FB}" dt="2025-09-03T15:49:12.616" v="132" actId="404"/>
            <ac:spMkLst>
              <pc:docMk/>
              <pc:sldMasterMk cId="661577070" sldId="2147483648"/>
              <pc:sldLayoutMk cId="892857456" sldId="2147483657"/>
              <ac:spMk id="2" creationId="{D7FA4241-75AB-E168-9F15-606C0FA2D9CB}"/>
            </ac:spMkLst>
          </pc:spChg>
          <pc:spChg chg="mod">
            <ac:chgData name="Alessio Bellino" userId="4d67f9ee-b7e6-436d-9ca9-011d058f5ab9" providerId="ADAL" clId="{D6D7F994-7B23-4B30-9E0D-141B518001FB}" dt="2025-09-03T15:29:23.023" v="120" actId="207"/>
            <ac:spMkLst>
              <pc:docMk/>
              <pc:sldMasterMk cId="661577070" sldId="2147483648"/>
              <pc:sldLayoutMk cId="892857456" sldId="2147483657"/>
              <ac:spMk id="4" creationId="{A9CE6CAF-4FD0-1FA1-1965-C06A9FCE86EB}"/>
            </ac:spMkLst>
          </pc:spChg>
        </pc:sldLayoutChg>
        <pc:sldLayoutChg chg="modSp mod">
          <pc:chgData name="Alessio Bellino" userId="4d67f9ee-b7e6-436d-9ca9-011d058f5ab9" providerId="ADAL" clId="{D6D7F994-7B23-4B30-9E0D-141B518001FB}" dt="2025-09-03T15:49:21.285" v="134" actId="404"/>
          <pc:sldLayoutMkLst>
            <pc:docMk/>
            <pc:sldMasterMk cId="661577070" sldId="2147483648"/>
            <pc:sldLayoutMk cId="2348620504" sldId="2147483658"/>
          </pc:sldLayoutMkLst>
          <pc:spChg chg="mod">
            <ac:chgData name="Alessio Bellino" userId="4d67f9ee-b7e6-436d-9ca9-011d058f5ab9" providerId="ADAL" clId="{D6D7F994-7B23-4B30-9E0D-141B518001FB}" dt="2025-09-03T15:49:21.285" v="134" actId="404"/>
            <ac:spMkLst>
              <pc:docMk/>
              <pc:sldMasterMk cId="661577070" sldId="2147483648"/>
              <pc:sldLayoutMk cId="2348620504" sldId="2147483658"/>
              <ac:spMk id="2" creationId="{D7FA4241-75AB-E168-9F15-606C0FA2D9CB}"/>
            </ac:spMkLst>
          </pc:spChg>
          <pc:spChg chg="mod">
            <ac:chgData name="Alessio Bellino" userId="4d67f9ee-b7e6-436d-9ca9-011d058f5ab9" providerId="ADAL" clId="{D6D7F994-7B23-4B30-9E0D-141B518001FB}" dt="2025-09-03T15:29:01.370" v="113" actId="207"/>
            <ac:spMkLst>
              <pc:docMk/>
              <pc:sldMasterMk cId="661577070" sldId="2147483648"/>
              <pc:sldLayoutMk cId="2348620504" sldId="2147483658"/>
              <ac:spMk id="4" creationId="{A9CE6CAF-4FD0-1FA1-1965-C06A9FCE86EB}"/>
            </ac:spMkLst>
          </pc:spChg>
        </pc:sldLayoutChg>
        <pc:sldLayoutChg chg="addSp delSp modSp mod">
          <pc:chgData name="Alessio Bellino" userId="4d67f9ee-b7e6-436d-9ca9-011d058f5ab9" providerId="ADAL" clId="{D6D7F994-7B23-4B30-9E0D-141B518001FB}" dt="2025-09-03T15:49:28.125" v="136" actId="404"/>
          <pc:sldLayoutMkLst>
            <pc:docMk/>
            <pc:sldMasterMk cId="661577070" sldId="2147483648"/>
            <pc:sldLayoutMk cId="1471266884" sldId="2147483659"/>
          </pc:sldLayoutMkLst>
          <pc:spChg chg="mod">
            <ac:chgData name="Alessio Bellino" userId="4d67f9ee-b7e6-436d-9ca9-011d058f5ab9" providerId="ADAL" clId="{D6D7F994-7B23-4B30-9E0D-141B518001FB}" dt="2025-09-03T15:49:28.125" v="136" actId="404"/>
            <ac:spMkLst>
              <pc:docMk/>
              <pc:sldMasterMk cId="661577070" sldId="2147483648"/>
              <pc:sldLayoutMk cId="1471266884" sldId="2147483659"/>
              <ac:spMk id="2" creationId="{D7FA4241-75AB-E168-9F15-606C0FA2D9CB}"/>
            </ac:spMkLst>
          </pc:spChg>
          <pc:spChg chg="add mod">
            <ac:chgData name="Alessio Bellino" userId="4d67f9ee-b7e6-436d-9ca9-011d058f5ab9" providerId="ADAL" clId="{D6D7F994-7B23-4B30-9E0D-141B518001FB}" dt="2025-08-27T01:11:08.780" v="46" actId="1035"/>
            <ac:spMkLst>
              <pc:docMk/>
              <pc:sldMasterMk cId="661577070" sldId="2147483648"/>
              <pc:sldLayoutMk cId="1471266884" sldId="2147483659"/>
              <ac:spMk id="3" creationId="{F876292C-B4E7-FCE3-1E74-154C919298A3}"/>
            </ac:spMkLst>
          </pc:spChg>
          <pc:spChg chg="mod">
            <ac:chgData name="Alessio Bellino" userId="4d67f9ee-b7e6-436d-9ca9-011d058f5ab9" providerId="ADAL" clId="{D6D7F994-7B23-4B30-9E0D-141B518001FB}" dt="2025-09-03T15:29:00.979" v="112" actId="207"/>
            <ac:spMkLst>
              <pc:docMk/>
              <pc:sldMasterMk cId="661577070" sldId="2147483648"/>
              <pc:sldLayoutMk cId="1471266884" sldId="2147483659"/>
              <ac:spMk id="4" creationId="{A9CE6CAF-4FD0-1FA1-1965-C06A9FCE86EB}"/>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5" creationId="{6F44FAD5-85C0-5126-BEBB-39AE90164067}"/>
            </ac:spMkLst>
          </pc:spChg>
          <pc:spChg chg="add mod">
            <ac:chgData name="Alessio Bellino" userId="4d67f9ee-b7e6-436d-9ca9-011d058f5ab9" providerId="ADAL" clId="{D6D7F994-7B23-4B30-9E0D-141B518001FB}" dt="2025-08-27T01:10:37.653" v="27" actId="1076"/>
            <ac:spMkLst>
              <pc:docMk/>
              <pc:sldMasterMk cId="661577070" sldId="2147483648"/>
              <pc:sldLayoutMk cId="1471266884" sldId="2147483659"/>
              <ac:spMk id="6" creationId="{5E15C401-2708-BE2C-313C-6E972121150A}"/>
            </ac:spMkLst>
          </pc:spChg>
          <pc:spChg chg="mod">
            <ac:chgData name="Alessio Bellino" userId="4d67f9ee-b7e6-436d-9ca9-011d058f5ab9" providerId="ADAL" clId="{D6D7F994-7B23-4B30-9E0D-141B518001FB}" dt="2025-08-27T01:11:08.780" v="46" actId="1035"/>
            <ac:spMkLst>
              <pc:docMk/>
              <pc:sldMasterMk cId="661577070" sldId="2147483648"/>
              <pc:sldLayoutMk cId="1471266884" sldId="2147483659"/>
              <ac:spMk id="10" creationId="{7EE5EA41-8A93-19E6-0938-921548C16043}"/>
            </ac:spMkLst>
          </pc:spChg>
          <pc:spChg chg="mod">
            <ac:chgData name="Alessio Bellino" userId="4d67f9ee-b7e6-436d-9ca9-011d058f5ab9" providerId="ADAL" clId="{D6D7F994-7B23-4B30-9E0D-141B518001FB}" dt="2025-08-27T01:11:37.001" v="74" actId="14100"/>
            <ac:spMkLst>
              <pc:docMk/>
              <pc:sldMasterMk cId="661577070" sldId="2147483648"/>
              <pc:sldLayoutMk cId="1471266884" sldId="2147483659"/>
              <ac:spMk id="13" creationId="{33A5CA17-0E07-7C00-D057-B222092BBE90}"/>
            </ac:spMkLst>
          </pc:spChg>
        </pc:sldLayoutChg>
        <pc:sldLayoutChg chg="addSp delSp modSp mod">
          <pc:chgData name="Alessio Bellino" userId="4d67f9ee-b7e6-436d-9ca9-011d058f5ab9" providerId="ADAL" clId="{D6D7F994-7B23-4B30-9E0D-141B518001FB}" dt="2025-09-03T15:48:58.086" v="129" actId="403"/>
          <pc:sldLayoutMkLst>
            <pc:docMk/>
            <pc:sldMasterMk cId="661577070" sldId="2147483648"/>
            <pc:sldLayoutMk cId="1862163226" sldId="2147483660"/>
          </pc:sldLayoutMkLst>
          <pc:spChg chg="mod">
            <ac:chgData name="Alessio Bellino" userId="4d67f9ee-b7e6-436d-9ca9-011d058f5ab9" providerId="ADAL" clId="{D6D7F994-7B23-4B30-9E0D-141B518001FB}" dt="2025-09-03T15:48:58.086" v="129" actId="403"/>
            <ac:spMkLst>
              <pc:docMk/>
              <pc:sldMasterMk cId="661577070" sldId="2147483648"/>
              <pc:sldLayoutMk cId="1862163226" sldId="2147483660"/>
              <ac:spMk id="2" creationId="{F452E439-A5BF-EE24-C08E-1F9F20701E7E}"/>
            </ac:spMkLst>
          </pc:spChg>
          <pc:spChg chg="mod">
            <ac:chgData name="Alessio Bellino" userId="4d67f9ee-b7e6-436d-9ca9-011d058f5ab9" providerId="ADAL" clId="{D6D7F994-7B23-4B30-9E0D-141B518001FB}" dt="2025-09-03T15:29:32.545" v="122" actId="207"/>
            <ac:spMkLst>
              <pc:docMk/>
              <pc:sldMasterMk cId="661577070" sldId="2147483648"/>
              <pc:sldLayoutMk cId="1862163226" sldId="2147483660"/>
              <ac:spMk id="7" creationId="{D9290BF2-0C25-514A-9D89-51E5C7543451}"/>
            </ac:spMkLst>
          </pc:spChg>
        </pc:sldLayoutChg>
        <pc:sldLayoutChg chg="modSp mod">
          <pc:chgData name="Alessio Bellino" userId="4d67f9ee-b7e6-436d-9ca9-011d058f5ab9" providerId="ADAL" clId="{D6D7F994-7B23-4B30-9E0D-141B518001FB}" dt="2025-09-03T15:49:36.430" v="140" actId="404"/>
          <pc:sldLayoutMkLst>
            <pc:docMk/>
            <pc:sldMasterMk cId="661577070" sldId="2147483648"/>
            <pc:sldLayoutMk cId="4274332006" sldId="2147483661"/>
          </pc:sldLayoutMkLst>
          <pc:spChg chg="mod">
            <ac:chgData name="Alessio Bellino" userId="4d67f9ee-b7e6-436d-9ca9-011d058f5ab9" providerId="ADAL" clId="{D6D7F994-7B23-4B30-9E0D-141B518001FB}" dt="2025-09-03T15:49:36.430" v="140" actId="404"/>
            <ac:spMkLst>
              <pc:docMk/>
              <pc:sldMasterMk cId="661577070" sldId="2147483648"/>
              <pc:sldLayoutMk cId="4274332006" sldId="2147483661"/>
              <ac:spMk id="2" creationId="{D7FA4241-75AB-E168-9F15-606C0FA2D9CB}"/>
            </ac:spMkLst>
          </pc:spChg>
          <pc:spChg chg="mod">
            <ac:chgData name="Alessio Bellino" userId="4d67f9ee-b7e6-436d-9ca9-011d058f5ab9" providerId="ADAL" clId="{D6D7F994-7B23-4B30-9E0D-141B518001FB}" dt="2025-09-03T15:29:00.051" v="110" actId="207"/>
            <ac:spMkLst>
              <pc:docMk/>
              <pc:sldMasterMk cId="661577070" sldId="2147483648"/>
              <pc:sldLayoutMk cId="4274332006" sldId="2147483661"/>
              <ac:spMk id="6" creationId="{A414259A-EE28-0473-21CE-0257CE7539E5}"/>
            </ac:spMkLst>
          </pc:spChg>
        </pc:sldLayoutChg>
        <pc:sldLayoutChg chg="modSp mod">
          <pc:chgData name="Alessio Bellino" userId="4d67f9ee-b7e6-436d-9ca9-011d058f5ab9" providerId="ADAL" clId="{D6D7F994-7B23-4B30-9E0D-141B518001FB}" dt="2025-09-03T15:49:33.029" v="138" actId="404"/>
          <pc:sldLayoutMkLst>
            <pc:docMk/>
            <pc:sldMasterMk cId="661577070" sldId="2147483648"/>
            <pc:sldLayoutMk cId="708463557" sldId="2147483662"/>
          </pc:sldLayoutMkLst>
          <pc:spChg chg="mod">
            <ac:chgData name="Alessio Bellino" userId="4d67f9ee-b7e6-436d-9ca9-011d058f5ab9" providerId="ADAL" clId="{D6D7F994-7B23-4B30-9E0D-141B518001FB}" dt="2025-09-03T15:49:33.029" v="138" actId="404"/>
            <ac:spMkLst>
              <pc:docMk/>
              <pc:sldMasterMk cId="661577070" sldId="2147483648"/>
              <pc:sldLayoutMk cId="708463557" sldId="2147483662"/>
              <ac:spMk id="2" creationId="{D7FA4241-75AB-E168-9F15-606C0FA2D9CB}"/>
            </ac:spMkLst>
          </pc:spChg>
          <pc:spChg chg="mod">
            <ac:chgData name="Alessio Bellino" userId="4d67f9ee-b7e6-436d-9ca9-011d058f5ab9" providerId="ADAL" clId="{D6D7F994-7B23-4B30-9E0D-141B518001FB}" dt="2025-09-03T15:29:00.547" v="111" actId="207"/>
            <ac:spMkLst>
              <pc:docMk/>
              <pc:sldMasterMk cId="661577070" sldId="2147483648"/>
              <pc:sldLayoutMk cId="708463557" sldId="2147483662"/>
              <ac:spMk id="6" creationId="{A414259A-EE28-0473-21CE-0257CE7539E5}"/>
            </ac:spMkLst>
          </pc:spChg>
        </pc:sldLayoutChg>
        <pc:sldLayoutChg chg="modSp mod">
          <pc:chgData name="Alessio Bellino" userId="4d67f9ee-b7e6-436d-9ca9-011d058f5ab9" providerId="ADAL" clId="{D6D7F994-7B23-4B30-9E0D-141B518001FB}" dt="2025-09-03T15:49:48.493" v="146" actId="404"/>
          <pc:sldLayoutMkLst>
            <pc:docMk/>
            <pc:sldMasterMk cId="661577070" sldId="2147483648"/>
            <pc:sldLayoutMk cId="1162041891" sldId="2147483663"/>
          </pc:sldLayoutMkLst>
          <pc:spChg chg="mod">
            <ac:chgData name="Alessio Bellino" userId="4d67f9ee-b7e6-436d-9ca9-011d058f5ab9" providerId="ADAL" clId="{D6D7F994-7B23-4B30-9E0D-141B518001FB}" dt="2025-09-03T15:49:48.493" v="146" actId="404"/>
            <ac:spMkLst>
              <pc:docMk/>
              <pc:sldMasterMk cId="661577070" sldId="2147483648"/>
              <pc:sldLayoutMk cId="1162041891" sldId="2147483663"/>
              <ac:spMk id="2" creationId="{D7FA4241-75AB-E168-9F15-606C0FA2D9CB}"/>
            </ac:spMkLst>
          </pc:spChg>
          <pc:spChg chg="mod">
            <ac:chgData name="Alessio Bellino" userId="4d67f9ee-b7e6-436d-9ca9-011d058f5ab9" providerId="ADAL" clId="{D6D7F994-7B23-4B30-9E0D-141B518001FB}" dt="2025-09-03T15:49:46.156" v="144" actId="403"/>
            <ac:spMkLst>
              <pc:docMk/>
              <pc:sldMasterMk cId="661577070" sldId="2147483648"/>
              <pc:sldLayoutMk cId="1162041891" sldId="2147483663"/>
              <ac:spMk id="6" creationId="{A414259A-EE28-0473-21CE-0257CE7539E5}"/>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 usado bucles `for` para contar un número exacto de pasos. Pero, ¿qué pasa si no sabes cuántas veces necesitas repetir una acción? Imagina el juego de "la papa caliente": el temporizador es aleatorio y el suspenso es la clave. No sabes si explotará en 5 segundos o en 15. En esta misión, aprenderás a usar el último de los grandes bucles, el bucle "while" (repetir mientras), para crear tu propia versión digital de este emocionante juego.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evento `cuando es tocado` solo pone la bandera `listo` en verdadero. El resto vive en el bucle `repetir para siempre`, dentro de un `si listo`: se sortea `tiempoRestante` y se activa el bucle `mientras tiempoRestante &gt; 0`, que en cada vuelta hace sonar un «tic». Es crucial que dentro del bucle modifiquemos la variable que se está comprobando (con el bloque `añadir -1 a tiempoRestante`). Si olvidáramos este paso, `tiempoRestante` nunca llegaría a 0, la condición siempre sería verdadera, ¡y el bucle se ejecutaría para siempre! Cuando el tiempo se acaba suenan cuatro notas que bajan, la bandera vuelve a falso y el juego espera el próximo toque.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1"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dirty="0"/>
          </a:p>
        </p:txBody>
      </p:sp>
      <p:sp>
        <p:nvSpPr>
          <p:cNvPr id="8" name="Rectangle: Rounded Corners 7">
            <a:extLst>
              <a:ext uri="{FF2B5EF4-FFF2-40B4-BE49-F238E27FC236}">
                <a16:creationId xmlns:a16="http://schemas.microsoft.com/office/drawing/2014/main" id="{B1EBC41C-1973-BA75-6DA5-7476F2924EA7}"/>
              </a:ext>
            </a:extLst>
          </p:cNvPr>
          <p:cNvSpPr/>
          <p:nvPr userDrawn="1"/>
        </p:nvSpPr>
        <p:spPr>
          <a:xfrm>
            <a:off x="313509" y="1384663"/>
            <a:ext cx="11529241" cy="5130437"/>
          </a:xfrm>
          <a:prstGeom prst="roundRect">
            <a:avLst>
              <a:gd name="adj" fmla="val 3565"/>
            </a:avLst>
          </a:prstGeom>
          <a:solidFill>
            <a:srgbClr val="FACC1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49250" y="332438"/>
            <a:ext cx="9702800" cy="498598"/>
          </a:xfrm>
        </p:spPr>
        <p:txBody>
          <a:bodyPr lIns="0" tIns="0" rIns="0" bIns="0" anchor="ctr" anchorCtr="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Subtitle 2">
            <a:extLst>
              <a:ext uri="{FF2B5EF4-FFF2-40B4-BE49-F238E27FC236}">
                <a16:creationId xmlns:a16="http://schemas.microsoft.com/office/drawing/2014/main" id="{5B2B2810-E0CF-406E-4F44-3A1E40441DD8}"/>
              </a:ext>
            </a:extLst>
          </p:cNvPr>
          <p:cNvSpPr>
            <a:spLocks noGrp="1"/>
          </p:cNvSpPr>
          <p:nvPr>
            <p:ph type="subTitle" idx="1"/>
          </p:nvPr>
        </p:nvSpPr>
        <p:spPr>
          <a:xfrm>
            <a:off x="719394" y="3354907"/>
            <a:ext cx="2755326" cy="2828179"/>
          </a:xfrm>
        </p:spPr>
        <p:txBody>
          <a:bodyPr lIns="0" tIns="0" rIns="0" bIns="0" anchor="b" anchorCtr="0">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3684945" y="1769366"/>
            <a:ext cx="7745054" cy="4413720"/>
          </a:xfrm>
          <a:prstGeom prst="roundRect">
            <a:avLst>
              <a:gd name="adj" fmla="val 3456"/>
            </a:avLst>
          </a:prstGeom>
          <a:noFill/>
          <a:ln w="57150">
            <a:solidFill>
              <a:srgbClr val="FFFFFF"/>
            </a:solidFill>
          </a:ln>
        </p:spPr>
        <p:txBody>
          <a:bodyPr/>
          <a:lstStyle/>
          <a:p>
            <a:endParaRPr lang="en-US"/>
          </a:p>
        </p:txBody>
      </p:sp>
      <p:pic>
        <p:nvPicPr>
          <p:cNvPr id="10" name="Graphic 9">
            <a:extLst>
              <a:ext uri="{FF2B5EF4-FFF2-40B4-BE49-F238E27FC236}">
                <a16:creationId xmlns:a16="http://schemas.microsoft.com/office/drawing/2014/main" id="{AB9BB7E5-C85F-0334-276C-7C712C2ED2FB}"/>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202626" y="388103"/>
            <a:ext cx="1640124" cy="369739"/>
          </a:xfrm>
          <a:prstGeom prst="rect">
            <a:avLst/>
          </a:prstGeom>
        </p:spPr>
      </p:pic>
      <p:grpSp>
        <p:nvGrpSpPr>
          <p:cNvPr id="12" name="Group 11">
            <a:extLst>
              <a:ext uri="{FF2B5EF4-FFF2-40B4-BE49-F238E27FC236}">
                <a16:creationId xmlns:a16="http://schemas.microsoft.com/office/drawing/2014/main" id="{1079A8B7-BAF0-EF58-AC85-EFDE61C90324}"/>
              </a:ext>
            </a:extLst>
          </p:cNvPr>
          <p:cNvGrpSpPr/>
          <p:nvPr userDrawn="1"/>
        </p:nvGrpSpPr>
        <p:grpSpPr>
          <a:xfrm>
            <a:off x="719394" y="1776715"/>
            <a:ext cx="1383463" cy="1317216"/>
            <a:chOff x="1784610" y="2330845"/>
            <a:chExt cx="1383463" cy="1317216"/>
          </a:xfrm>
        </p:grpSpPr>
        <p:sp>
          <p:nvSpPr>
            <p:cNvPr id="11" name="Rectangle: Rounded Corners 10">
              <a:extLst>
                <a:ext uri="{FF2B5EF4-FFF2-40B4-BE49-F238E27FC236}">
                  <a16:creationId xmlns:a16="http://schemas.microsoft.com/office/drawing/2014/main" id="{6EA8E70E-EF90-8C91-7557-6DA5901AE857}"/>
                </a:ext>
              </a:extLst>
            </p:cNvPr>
            <p:cNvSpPr/>
            <p:nvPr userDrawn="1"/>
          </p:nvSpPr>
          <p:spPr>
            <a:xfrm>
              <a:off x="1784610" y="2330845"/>
              <a:ext cx="1383463" cy="1317216"/>
            </a:xfrm>
            <a:prstGeom prst="roundRect">
              <a:avLst>
                <a:gd name="adj" fmla="val 840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a:extLst>
                <a:ext uri="{FF2B5EF4-FFF2-40B4-BE49-F238E27FC236}">
                  <a16:creationId xmlns:a16="http://schemas.microsoft.com/office/drawing/2014/main" id="{D9C78F5D-0C65-AD3C-3EA2-AE6C8BBC813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72559" y="2451078"/>
              <a:ext cx="807564" cy="1076750"/>
            </a:xfrm>
            <a:prstGeom prst="rect">
              <a:avLst/>
            </a:prstGeom>
          </p:spPr>
        </p:pic>
      </p:grpSp>
    </p:spTree>
    <p:extLst>
      <p:ext uri="{BB962C8B-B14F-4D97-AF65-F5344CB8AC3E}">
        <p14:creationId xmlns:p14="http://schemas.microsoft.com/office/powerpoint/2010/main" val="5521195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hat-to-d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290BF2-0C25-514A-9D89-51E5C7543451}"/>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endParaRPr lang="en-US"/>
          </a:p>
        </p:txBody>
      </p:sp>
      <p:sp>
        <p:nvSpPr>
          <p:cNvPr id="2" name="Title 1">
            <a:extLst>
              <a:ext uri="{FF2B5EF4-FFF2-40B4-BE49-F238E27FC236}">
                <a16:creationId xmlns:a16="http://schemas.microsoft.com/office/drawing/2014/main" id="{F452E439-A5BF-EE24-C08E-1F9F20701E7E}"/>
              </a:ext>
            </a:extLst>
          </p:cNvPr>
          <p:cNvSpPr>
            <a:spLocks noGrp="1"/>
          </p:cNvSpPr>
          <p:nvPr>
            <p:ph type="ctrTitle"/>
          </p:nvPr>
        </p:nvSpPr>
        <p:spPr>
          <a:xfrm>
            <a:off x="357517" y="352860"/>
            <a:ext cx="11489043" cy="498598"/>
          </a:xfrm>
        </p:spPr>
        <p:txBody>
          <a:bodyPr wrap="square" lIns="0" tIns="0" rIns="0" bIns="0" anchor="ctr" anchorCtr="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6" name="Picture Placeholder 5">
            <a:extLst>
              <a:ext uri="{FF2B5EF4-FFF2-40B4-BE49-F238E27FC236}">
                <a16:creationId xmlns:a16="http://schemas.microsoft.com/office/drawing/2014/main" id="{5E4B69F6-FE45-27AD-6411-FD4BBF3B0AE0}"/>
              </a:ext>
            </a:extLst>
          </p:cNvPr>
          <p:cNvSpPr>
            <a:spLocks noGrp="1"/>
          </p:cNvSpPr>
          <p:nvPr>
            <p:ph type="pic" sz="quarter" idx="11"/>
          </p:nvPr>
        </p:nvSpPr>
        <p:spPr>
          <a:xfrm>
            <a:off x="1441138" y="1197600"/>
            <a:ext cx="9331959" cy="5318057"/>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18621632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52629" y="405753"/>
            <a:ext cx="11509172"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2468" y="2107350"/>
            <a:ext cx="7742784" cy="4412426"/>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8469867" y="2107347"/>
            <a:ext cx="3379665" cy="4412427"/>
          </a:xfrm>
          <a:prstGeom prst="roundRect">
            <a:avLst>
              <a:gd name="adj" fmla="val 4602"/>
            </a:avLst>
          </a:prstGeom>
          <a:solidFill>
            <a:srgbClr val="000000">
              <a:alpha val="5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84601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6207" y="401133"/>
            <a:ext cx="11505434" cy="498598"/>
          </a:xfrm>
        </p:spPr>
        <p:txBody>
          <a:bodyPr wrap="square"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5152" y="1376583"/>
            <a:ext cx="5483524" cy="3124928"/>
          </a:xfrm>
          <a:prstGeom prst="roundRect">
            <a:avLst>
              <a:gd name="adj" fmla="val 3456"/>
            </a:avLst>
          </a:prstGeom>
          <a:solidFill>
            <a:schemeClr val="tx1"/>
          </a:solidFill>
          <a:ln w="5715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5151" y="4836160"/>
            <a:ext cx="11505434" cy="1692886"/>
          </a:xfrm>
          <a:prstGeom prst="roundRect">
            <a:avLst>
              <a:gd name="adj" fmla="val 9302"/>
            </a:avLst>
          </a:prstGeom>
          <a:solidFill>
            <a:srgbClr val="000000">
              <a:alpha val="40000"/>
            </a:srgbClr>
          </a:solidFill>
        </p:spPr>
        <p:txBody>
          <a:bodyPr anchor="ctr" anchorCtr="0">
            <a:norm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Picture Placeholder 5">
            <a:extLst>
              <a:ext uri="{FF2B5EF4-FFF2-40B4-BE49-F238E27FC236}">
                <a16:creationId xmlns:a16="http://schemas.microsoft.com/office/drawing/2014/main" id="{0DF48D15-1243-3CFE-9BF8-52297AA92FD4}"/>
              </a:ext>
            </a:extLst>
          </p:cNvPr>
          <p:cNvSpPr>
            <a:spLocks noGrp="1"/>
          </p:cNvSpPr>
          <p:nvPr>
            <p:ph type="pic" sz="quarter" idx="13"/>
          </p:nvPr>
        </p:nvSpPr>
        <p:spPr>
          <a:xfrm>
            <a:off x="6363324" y="1376583"/>
            <a:ext cx="5483524" cy="3124928"/>
          </a:xfrm>
          <a:prstGeom prst="roundRect">
            <a:avLst>
              <a:gd name="adj" fmla="val 3456"/>
            </a:avLst>
          </a:prstGeom>
          <a:solidFill>
            <a:schemeClr val="tx1"/>
          </a:solidFill>
          <a:ln w="57150">
            <a:noFill/>
          </a:ln>
        </p:spPr>
        <p:txBody>
          <a:bodyPr/>
          <a:lstStyle/>
          <a:p>
            <a:endParaRPr lang="en-US"/>
          </a:p>
        </p:txBody>
      </p:sp>
    </p:spTree>
    <p:extLst>
      <p:ext uri="{BB962C8B-B14F-4D97-AF65-F5344CB8AC3E}">
        <p14:creationId xmlns:p14="http://schemas.microsoft.com/office/powerpoint/2010/main" val="892857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hree-im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845" y="399603"/>
            <a:ext cx="1151688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33375" y="1346630"/>
            <a:ext cx="3577086" cy="2038495"/>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3774775"/>
            <a:ext cx="11524350" cy="2757636"/>
          </a:xfrm>
          <a:prstGeom prst="roundRect">
            <a:avLst>
              <a:gd name="adj" fmla="val 4836"/>
            </a:avLst>
          </a:prstGeom>
          <a:solidFill>
            <a:srgbClr val="000000">
              <a:alpha val="40000"/>
            </a:srgb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F2FA5519-3AB3-CEC1-AE02-532EC2CCB4D8}"/>
              </a:ext>
            </a:extLst>
          </p:cNvPr>
          <p:cNvSpPr>
            <a:spLocks noGrp="1"/>
          </p:cNvSpPr>
          <p:nvPr>
            <p:ph type="pic" sz="quarter" idx="13"/>
          </p:nvPr>
        </p:nvSpPr>
        <p:spPr>
          <a:xfrm>
            <a:off x="4307007" y="1346630"/>
            <a:ext cx="3577086" cy="2038495"/>
          </a:xfrm>
          <a:prstGeom prst="roundRect">
            <a:avLst>
              <a:gd name="adj" fmla="val 3456"/>
            </a:avLst>
          </a:prstGeom>
          <a:solidFill>
            <a:schemeClr val="tx1"/>
          </a:solidFill>
          <a:ln w="38100">
            <a:noFill/>
          </a:ln>
        </p:spPr>
        <p:txBody>
          <a:bodyPr/>
          <a:lstStyle/>
          <a:p>
            <a:endParaRPr lang="en-US"/>
          </a:p>
        </p:txBody>
      </p:sp>
      <p:sp>
        <p:nvSpPr>
          <p:cNvPr id="9" name="Picture Placeholder 5">
            <a:extLst>
              <a:ext uri="{FF2B5EF4-FFF2-40B4-BE49-F238E27FC236}">
                <a16:creationId xmlns:a16="http://schemas.microsoft.com/office/drawing/2014/main" id="{31B82278-DD8A-4CE0-788E-1B913AF1EBBC}"/>
              </a:ext>
            </a:extLst>
          </p:cNvPr>
          <p:cNvSpPr>
            <a:spLocks noGrp="1"/>
          </p:cNvSpPr>
          <p:nvPr>
            <p:ph type="pic" sz="quarter" idx="14"/>
          </p:nvPr>
        </p:nvSpPr>
        <p:spPr>
          <a:xfrm>
            <a:off x="8280639" y="1346630"/>
            <a:ext cx="3577086" cy="2038495"/>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2348620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four-img">
    <p:bg>
      <p:bgPr>
        <a:solidFill>
          <a:srgbClr val="000000">
            <a:alpha val="40000"/>
          </a:srgbClr>
        </a:solidFill>
        <a:effectLst/>
      </p:bgPr>
    </p:bg>
    <p:spTree>
      <p:nvGrpSpPr>
        <p:cNvPr id="1" name=""/>
        <p:cNvGrpSpPr/>
        <p:nvPr/>
      </p:nvGrpSpPr>
      <p:grpSpPr>
        <a:xfrm>
          <a:off x="0" y="0"/>
          <a:ext cx="0" cy="0"/>
          <a:chOff x="0" y="0"/>
          <a:chExt cx="0" cy="0"/>
        </a:xfrm>
      </p:grpSpPr>
      <p:sp>
        <p:nvSpPr>
          <p:cNvPr id="4" name="background_shape">
            <a:extLst>
              <a:ext uri="{FF2B5EF4-FFF2-40B4-BE49-F238E27FC236}">
                <a16:creationId xmlns:a16="http://schemas.microsoft.com/office/drawing/2014/main" id="{A9CE6CAF-4FD0-1FA1-1965-C06A9FCE86EB}"/>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1745" y="396509"/>
            <a:ext cx="11508510" cy="498598"/>
          </a:xfrm>
        </p:spPr>
        <p:txBody>
          <a:bodyPr wrap="square" lIns="0" tIns="0" rIns="0" bIns="0">
            <a:spAutoFit/>
          </a:bodyPr>
          <a:lstStyle>
            <a:lvl1pPr algn="ctr">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10" name="Picture Placeholder 5">
            <a:extLst>
              <a:ext uri="{FF2B5EF4-FFF2-40B4-BE49-F238E27FC236}">
                <a16:creationId xmlns:a16="http://schemas.microsoft.com/office/drawing/2014/main" id="{7EE5EA41-8A93-19E6-0938-921548C16043}"/>
              </a:ext>
            </a:extLst>
          </p:cNvPr>
          <p:cNvSpPr>
            <a:spLocks noGrp="1"/>
          </p:cNvSpPr>
          <p:nvPr>
            <p:ph type="pic" sz="quarter" idx="15"/>
          </p:nvPr>
        </p:nvSpPr>
        <p:spPr>
          <a:xfrm>
            <a:off x="336974" y="1330039"/>
            <a:ext cx="3898598" cy="2221717"/>
          </a:xfrm>
          <a:prstGeom prst="roundRect">
            <a:avLst>
              <a:gd name="adj" fmla="val 3456"/>
            </a:avLst>
          </a:prstGeom>
          <a:solidFill>
            <a:schemeClr val="tx1"/>
          </a:solidFill>
          <a:ln w="38100">
            <a:noFill/>
          </a:ln>
        </p:spPr>
        <p:txBody>
          <a:bodyPr/>
          <a:lstStyle/>
          <a:p>
            <a:endParaRPr lang="en-US"/>
          </a:p>
        </p:txBody>
      </p:sp>
      <p:sp>
        <p:nvSpPr>
          <p:cNvPr id="13" name="Text Placeholder 6">
            <a:extLst>
              <a:ext uri="{FF2B5EF4-FFF2-40B4-BE49-F238E27FC236}">
                <a16:creationId xmlns:a16="http://schemas.microsoft.com/office/drawing/2014/main" id="{33A5CA17-0E07-7C00-D057-B222092BBE90}"/>
              </a:ext>
            </a:extLst>
          </p:cNvPr>
          <p:cNvSpPr>
            <a:spLocks noGrp="1"/>
          </p:cNvSpPr>
          <p:nvPr>
            <p:ph type="body" sz="quarter" idx="12"/>
          </p:nvPr>
        </p:nvSpPr>
        <p:spPr>
          <a:xfrm>
            <a:off x="8793018" y="1335991"/>
            <a:ext cx="3062205" cy="5180899"/>
          </a:xfrm>
          <a:prstGeom prst="roundRect">
            <a:avLst>
              <a:gd name="adj" fmla="val 3016"/>
            </a:avLst>
          </a:prstGeom>
          <a:solidFill>
            <a:schemeClr val="tx1">
              <a:lumMod val="85000"/>
              <a:lumOff val="15000"/>
            </a:schemeClr>
          </a:solidFill>
        </p:spPr>
        <p:txBody>
          <a:bodyPr anchor="ctr" anchorCtr="0">
            <a:normAutofit/>
          </a:bodyPr>
          <a:lstStyle>
            <a:lvl1pPr marL="0" indent="0">
              <a:buNone/>
              <a:defRPr sz="1800">
                <a:solidFill>
                  <a:schemeClr val="bg1"/>
                </a:solidFill>
              </a:defRPr>
            </a:lvl1pPr>
            <a:lvl2pPr>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Picture Placeholder 5">
            <a:extLst>
              <a:ext uri="{FF2B5EF4-FFF2-40B4-BE49-F238E27FC236}">
                <a16:creationId xmlns:a16="http://schemas.microsoft.com/office/drawing/2014/main" id="{F876292C-B4E7-FCE3-1E74-154C919298A3}"/>
              </a:ext>
            </a:extLst>
          </p:cNvPr>
          <p:cNvSpPr>
            <a:spLocks noGrp="1"/>
          </p:cNvSpPr>
          <p:nvPr>
            <p:ph type="pic" sz="quarter" idx="19"/>
          </p:nvPr>
        </p:nvSpPr>
        <p:spPr>
          <a:xfrm>
            <a:off x="4540373" y="1330039"/>
            <a:ext cx="3898598" cy="2221717"/>
          </a:xfrm>
          <a:prstGeom prst="roundRect">
            <a:avLst>
              <a:gd name="adj" fmla="val 3456"/>
            </a:avLst>
          </a:prstGeom>
          <a:solidFill>
            <a:schemeClr val="tx1"/>
          </a:solidFill>
          <a:ln w="38100">
            <a:noFill/>
          </a:ln>
        </p:spPr>
        <p:txBody>
          <a:bodyPr/>
          <a:lstStyle/>
          <a:p>
            <a:endParaRPr lang="en-US"/>
          </a:p>
        </p:txBody>
      </p:sp>
      <p:sp>
        <p:nvSpPr>
          <p:cNvPr id="5" name="Picture Placeholder 5">
            <a:extLst>
              <a:ext uri="{FF2B5EF4-FFF2-40B4-BE49-F238E27FC236}">
                <a16:creationId xmlns:a16="http://schemas.microsoft.com/office/drawing/2014/main" id="{6F44FAD5-85C0-5126-BEBB-39AE90164067}"/>
              </a:ext>
            </a:extLst>
          </p:cNvPr>
          <p:cNvSpPr>
            <a:spLocks noGrp="1"/>
          </p:cNvSpPr>
          <p:nvPr>
            <p:ph type="pic" sz="quarter" idx="20"/>
          </p:nvPr>
        </p:nvSpPr>
        <p:spPr>
          <a:xfrm>
            <a:off x="336974" y="4295174"/>
            <a:ext cx="3898598" cy="2221717"/>
          </a:xfrm>
          <a:prstGeom prst="roundRect">
            <a:avLst>
              <a:gd name="adj" fmla="val 3456"/>
            </a:avLst>
          </a:prstGeom>
          <a:solidFill>
            <a:schemeClr val="tx1"/>
          </a:solidFill>
          <a:ln w="38100">
            <a:noFill/>
          </a:ln>
        </p:spPr>
        <p:txBody>
          <a:bodyPr/>
          <a:lstStyle/>
          <a:p>
            <a:endParaRPr lang="en-US"/>
          </a:p>
        </p:txBody>
      </p:sp>
      <p:sp>
        <p:nvSpPr>
          <p:cNvPr id="6" name="Picture Placeholder 5">
            <a:extLst>
              <a:ext uri="{FF2B5EF4-FFF2-40B4-BE49-F238E27FC236}">
                <a16:creationId xmlns:a16="http://schemas.microsoft.com/office/drawing/2014/main" id="{5E15C401-2708-BE2C-313C-6E972121150A}"/>
              </a:ext>
            </a:extLst>
          </p:cNvPr>
          <p:cNvSpPr>
            <a:spLocks noGrp="1"/>
          </p:cNvSpPr>
          <p:nvPr>
            <p:ph type="pic" sz="quarter" idx="21"/>
          </p:nvPr>
        </p:nvSpPr>
        <p:spPr>
          <a:xfrm>
            <a:off x="4540373" y="4295174"/>
            <a:ext cx="3898598" cy="2221717"/>
          </a:xfrm>
          <a:prstGeom prst="roundRect">
            <a:avLst>
              <a:gd name="adj" fmla="val 3456"/>
            </a:avLst>
          </a:prstGeom>
          <a:solidFill>
            <a:schemeClr val="tx1"/>
          </a:solidFill>
          <a:ln w="38100">
            <a:noFill/>
          </a:ln>
        </p:spPr>
        <p:txBody>
          <a:bodyPr/>
          <a:lstStyle/>
          <a:p>
            <a:endParaRPr lang="en-US"/>
          </a:p>
        </p:txBody>
      </p:sp>
    </p:spTree>
    <p:extLst>
      <p:ext uri="{BB962C8B-B14F-4D97-AF65-F5344CB8AC3E}">
        <p14:creationId xmlns:p14="http://schemas.microsoft.com/office/powerpoint/2010/main" val="14712668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reate-step">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4762"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3375" y="427844"/>
            <a:ext cx="11515727" cy="498598"/>
          </a:xfrm>
        </p:spPr>
        <p:txBody>
          <a:bodyPr lIns="0" tIns="0" rIns="0" bIns="0">
            <a:sp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33375" y="2114549"/>
            <a:ext cx="11515726" cy="4448176"/>
          </a:xfrm>
          <a:prstGeom prst="roundRect">
            <a:avLst>
              <a:gd name="adj" fmla="val 0"/>
            </a:avLst>
          </a:prstGeom>
          <a:noFill/>
        </p:spPr>
        <p:txBody>
          <a:bodyPr lIns="0" tIns="0" rIns="0" bIns="0" anchor="ctr" anchorCtr="0">
            <a:normAutofit/>
          </a:bodyPr>
          <a:lstStyle>
            <a:lvl1pPr marL="342900" indent="-342900">
              <a:buFont typeface="+mj-lt"/>
              <a:buAutoNum type="arabicPeriod"/>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Master text styles</a:t>
            </a:r>
          </a:p>
        </p:txBody>
      </p:sp>
      <p:sp>
        <p:nvSpPr>
          <p:cNvPr id="4" name="Chart Placeholder 3">
            <a:extLst>
              <a:ext uri="{FF2B5EF4-FFF2-40B4-BE49-F238E27FC236}">
                <a16:creationId xmlns:a16="http://schemas.microsoft.com/office/drawing/2014/main" id="{D11CD461-B056-D4E2-C5FA-0426E6C2FFF6}"/>
              </a:ext>
            </a:extLst>
          </p:cNvPr>
          <p:cNvSpPr>
            <a:spLocks noGrp="1"/>
          </p:cNvSpPr>
          <p:nvPr>
            <p:ph type="chart" sz="quarter" idx="14" hasCustomPrompt="1"/>
          </p:nvPr>
        </p:nvSpPr>
        <p:spPr>
          <a:xfrm>
            <a:off x="333375" y="1318188"/>
            <a:ext cx="11515726" cy="387798"/>
          </a:xfrm>
        </p:spPr>
        <p:txBody>
          <a:bodyPr lIns="0" tIns="0" rIns="0" bIns="0">
            <a:spAutoFit/>
          </a:bodyPr>
          <a:lstStyle>
            <a:lvl1pPr marL="0" indent="0">
              <a:buNone/>
              <a:defRPr sz="2800" b="1">
                <a:solidFill>
                  <a:schemeClr val="bg1"/>
                </a:solidFill>
              </a:defRPr>
            </a:lvl1pPr>
          </a:lstStyle>
          <a:p>
            <a:r>
              <a:rPr lang="es-CL" dirty="0"/>
              <a:t>Place</a:t>
            </a:r>
            <a:endParaRPr lang="en-US" dirty="0"/>
          </a:p>
        </p:txBody>
      </p:sp>
    </p:spTree>
    <p:extLst>
      <p:ext uri="{BB962C8B-B14F-4D97-AF65-F5344CB8AC3E}">
        <p14:creationId xmlns:p14="http://schemas.microsoft.com/office/powerpoint/2010/main" val="708463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de-composition">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40563" y="347332"/>
            <a:ext cx="11508537" cy="678672"/>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3" name="Picture Placeholder 5">
            <a:extLst>
              <a:ext uri="{FF2B5EF4-FFF2-40B4-BE49-F238E27FC236}">
                <a16:creationId xmlns:a16="http://schemas.microsoft.com/office/drawing/2014/main" id="{BA157ECE-584D-D58C-7F05-1EEA65307A8A}"/>
              </a:ext>
            </a:extLst>
          </p:cNvPr>
          <p:cNvSpPr>
            <a:spLocks noGrp="1"/>
          </p:cNvSpPr>
          <p:nvPr>
            <p:ph type="pic" sz="quarter" idx="11"/>
          </p:nvPr>
        </p:nvSpPr>
        <p:spPr>
          <a:xfrm>
            <a:off x="340563" y="2447348"/>
            <a:ext cx="7571494" cy="4072184"/>
          </a:xfrm>
          <a:prstGeom prst="roundRect">
            <a:avLst>
              <a:gd name="adj" fmla="val 3456"/>
            </a:avLst>
          </a:prstGeom>
          <a:solidFill>
            <a:schemeClr val="tx1"/>
          </a:solidFill>
          <a:ln w="38100">
            <a:noFill/>
          </a:ln>
        </p:spPr>
        <p:txBody>
          <a:bodyPr/>
          <a:lstStyle/>
          <a:p>
            <a:endParaRPr lang="en-US"/>
          </a:p>
        </p:txBody>
      </p:sp>
      <p:sp>
        <p:nvSpPr>
          <p:cNvPr id="7" name="Text Placeholder 6">
            <a:extLst>
              <a:ext uri="{FF2B5EF4-FFF2-40B4-BE49-F238E27FC236}">
                <a16:creationId xmlns:a16="http://schemas.microsoft.com/office/drawing/2014/main" id="{6ED1E4EC-C8D3-C56F-F489-179CD2CF7B6C}"/>
              </a:ext>
            </a:extLst>
          </p:cNvPr>
          <p:cNvSpPr>
            <a:spLocks noGrp="1"/>
          </p:cNvSpPr>
          <p:nvPr>
            <p:ph type="body" sz="quarter" idx="12"/>
          </p:nvPr>
        </p:nvSpPr>
        <p:spPr>
          <a:xfrm>
            <a:off x="340563" y="1403404"/>
            <a:ext cx="11508537" cy="699551"/>
          </a:xfrm>
          <a:prstGeom prst="roundRect">
            <a:avLst>
              <a:gd name="adj" fmla="val 5043"/>
            </a:avLst>
          </a:prstGeom>
          <a:noFill/>
        </p:spPr>
        <p:txBody>
          <a:bodyPr lIns="0" tIns="0" rIns="0" anchor="ctr" anchorCtr="0">
            <a:spAutoFit/>
          </a:bodyPr>
          <a:lstStyle>
            <a:lvl1pPr marL="0" indent="0">
              <a:buNone/>
              <a:defRPr sz="1800">
                <a:solidFill>
                  <a:schemeClr val="bg1"/>
                </a:solidFill>
              </a:defRPr>
            </a:lvl1pPr>
            <a:lvl2pPr marL="457200" indent="0">
              <a:buNone/>
              <a:defRPr sz="16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edit </a:t>
            </a:r>
          </a:p>
          <a:p>
            <a:pPr lvl="0"/>
            <a:r>
              <a:rPr lang="en-US" dirty="0"/>
              <a:t>Master text styles</a:t>
            </a:r>
          </a:p>
        </p:txBody>
      </p:sp>
      <p:sp>
        <p:nvSpPr>
          <p:cNvPr id="5" name="Callout: Down Arrow 4">
            <a:extLst>
              <a:ext uri="{FF2B5EF4-FFF2-40B4-BE49-F238E27FC236}">
                <a16:creationId xmlns:a16="http://schemas.microsoft.com/office/drawing/2014/main" id="{BAE4049F-C3AB-1C61-89BD-6C81A2CCB192}"/>
              </a:ext>
            </a:extLst>
          </p:cNvPr>
          <p:cNvSpPr/>
          <p:nvPr userDrawn="1"/>
        </p:nvSpPr>
        <p:spPr>
          <a:xfrm>
            <a:off x="9586829" y="2581720"/>
            <a:ext cx="966159" cy="957532"/>
          </a:xfrm>
          <a:prstGeom prst="downArrowCallout">
            <a:avLst>
              <a:gd name="adj1" fmla="val 25000"/>
              <a:gd name="adj2" fmla="val 25000"/>
              <a:gd name="adj3" fmla="val 22297"/>
              <a:gd name="adj4" fmla="val 64977"/>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CL" dirty="0">
                <a:solidFill>
                  <a:schemeClr val="tx1"/>
                </a:solidFill>
              </a:rPr>
              <a:t>Link</a:t>
            </a:r>
          </a:p>
          <a:p>
            <a:pPr algn="ctr"/>
            <a:r>
              <a:rPr lang="es-CL" dirty="0">
                <a:solidFill>
                  <a:schemeClr val="tx1"/>
                </a:solidFill>
              </a:rPr>
              <a:t>Online</a:t>
            </a:r>
            <a:endParaRPr lang="en-US" dirty="0">
              <a:solidFill>
                <a:schemeClr val="tx1"/>
              </a:solidFill>
            </a:endParaRPr>
          </a:p>
        </p:txBody>
      </p:sp>
      <p:sp>
        <p:nvSpPr>
          <p:cNvPr id="9" name="Chart Placeholder 8">
            <a:extLst>
              <a:ext uri="{FF2B5EF4-FFF2-40B4-BE49-F238E27FC236}">
                <a16:creationId xmlns:a16="http://schemas.microsoft.com/office/drawing/2014/main" id="{85FE893F-47A3-E5F7-1212-48465408B0C7}"/>
              </a:ext>
            </a:extLst>
          </p:cNvPr>
          <p:cNvSpPr>
            <a:spLocks noGrp="1"/>
          </p:cNvSpPr>
          <p:nvPr>
            <p:ph type="chart" sz="quarter" idx="14" hasCustomPrompt="1"/>
          </p:nvPr>
        </p:nvSpPr>
        <p:spPr>
          <a:xfrm>
            <a:off x="8290719" y="3797514"/>
            <a:ext cx="3558381" cy="2597150"/>
          </a:xfrm>
        </p:spPr>
        <p:txBody>
          <a:bodyPr/>
          <a:lstStyle>
            <a:lvl1pPr marL="0" indent="0">
              <a:buNone/>
              <a:defRPr>
                <a:solidFill>
                  <a:schemeClr val="bg1"/>
                </a:solidFill>
              </a:defRPr>
            </a:lvl1pPr>
          </a:lstStyle>
          <a:p>
            <a:r>
              <a:rPr lang="es-CL" dirty="0"/>
              <a:t>https://example.com/ </a:t>
            </a:r>
            <a:endParaRPr lang="en-US" dirty="0"/>
          </a:p>
        </p:txBody>
      </p:sp>
    </p:spTree>
    <p:extLst>
      <p:ext uri="{BB962C8B-B14F-4D97-AF65-F5344CB8AC3E}">
        <p14:creationId xmlns:p14="http://schemas.microsoft.com/office/powerpoint/2010/main" val="4274332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eflect-box">
    <p:spTree>
      <p:nvGrpSpPr>
        <p:cNvPr id="1" name=""/>
        <p:cNvGrpSpPr/>
        <p:nvPr/>
      </p:nvGrpSpPr>
      <p:grpSpPr>
        <a:xfrm>
          <a:off x="0" y="0"/>
          <a:ext cx="0" cy="0"/>
          <a:chOff x="0" y="0"/>
          <a:chExt cx="0" cy="0"/>
        </a:xfrm>
      </p:grpSpPr>
      <p:sp>
        <p:nvSpPr>
          <p:cNvPr id="6" name="background_cc">
            <a:extLst>
              <a:ext uri="{FF2B5EF4-FFF2-40B4-BE49-F238E27FC236}">
                <a16:creationId xmlns:a16="http://schemas.microsoft.com/office/drawing/2014/main" id="{A414259A-EE28-0473-21CE-0257CE7539E5}"/>
              </a:ext>
            </a:extLst>
          </p:cNvPr>
          <p:cNvSpPr/>
          <p:nvPr userDrawn="1"/>
        </p:nvSpPr>
        <p:spPr>
          <a:xfrm>
            <a:off x="0" y="0"/>
            <a:ext cx="12192000" cy="6858000"/>
          </a:xfrm>
          <a:prstGeom prst="rect">
            <a:avLst/>
          </a:prstGeom>
          <a:solidFill>
            <a:srgbClr val="4338C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a:extLst>
              <a:ext uri="{FF2B5EF4-FFF2-40B4-BE49-F238E27FC236}">
                <a16:creationId xmlns:a16="http://schemas.microsoft.com/office/drawing/2014/main" id="{D7FA4241-75AB-E168-9F15-606C0FA2D9CB}"/>
              </a:ext>
            </a:extLst>
          </p:cNvPr>
          <p:cNvSpPr>
            <a:spLocks noGrp="1"/>
          </p:cNvSpPr>
          <p:nvPr>
            <p:ph type="title"/>
          </p:nvPr>
        </p:nvSpPr>
        <p:spPr>
          <a:xfrm>
            <a:off x="331039" y="328282"/>
            <a:ext cx="11518062" cy="665027"/>
          </a:xfrm>
        </p:spPr>
        <p:txBody>
          <a:bodyPr lIns="0" tIns="0" rIns="0" bIns="0">
            <a:normAutofit/>
          </a:bodyPr>
          <a:lstStyle>
            <a:lvl1pPr algn="l">
              <a:defRPr sz="3600">
                <a:solidFill>
                  <a:schemeClr val="bg1"/>
                </a:solidFill>
                <a:latin typeface="Segoe UI Black" panose="020B0A02040204020203" pitchFamily="34" charset="0"/>
                <a:ea typeface="Segoe UI Black" panose="020B0A02040204020203" pitchFamily="34" charset="0"/>
              </a:defRPr>
            </a:lvl1pPr>
          </a:lstStyle>
          <a:p>
            <a:r>
              <a:rPr lang="en-US" dirty="0"/>
              <a:t>Click to edit Master title style</a:t>
            </a:r>
          </a:p>
        </p:txBody>
      </p:sp>
      <p:sp>
        <p:nvSpPr>
          <p:cNvPr id="4" name="Chart Placeholder 3">
            <a:extLst>
              <a:ext uri="{FF2B5EF4-FFF2-40B4-BE49-F238E27FC236}">
                <a16:creationId xmlns:a16="http://schemas.microsoft.com/office/drawing/2014/main" id="{E9633AA3-1F01-FC54-9584-5A176A246101}"/>
              </a:ext>
            </a:extLst>
          </p:cNvPr>
          <p:cNvSpPr>
            <a:spLocks noGrp="1"/>
          </p:cNvSpPr>
          <p:nvPr>
            <p:ph type="chart" sz="quarter" idx="14"/>
          </p:nvPr>
        </p:nvSpPr>
        <p:spPr>
          <a:xfrm>
            <a:off x="7893693" y="1371600"/>
            <a:ext cx="3955408" cy="5158118"/>
          </a:xfrm>
          <a:prstGeom prst="roundRect">
            <a:avLst>
              <a:gd name="adj" fmla="val 4940"/>
            </a:avLst>
          </a:prstGeom>
          <a:solidFill>
            <a:schemeClr val="bg1"/>
          </a:solidFill>
        </p:spPr>
        <p:txBody>
          <a:bodyPr lIns="365760" tIns="365760" rIns="365760" bIns="365760" anchor="ctr" anchorCtr="0"/>
          <a:lstStyle>
            <a:lvl1pPr marL="0" indent="0">
              <a:buNone/>
              <a:defRPr>
                <a:solidFill>
                  <a:schemeClr val="tx1"/>
                </a:solidFill>
              </a:defRPr>
            </a:lvl1pPr>
          </a:lstStyle>
          <a:p>
            <a:endParaRPr lang="en-US"/>
          </a:p>
        </p:txBody>
      </p:sp>
      <p:sp>
        <p:nvSpPr>
          <p:cNvPr id="9" name="Text Placeholder 2">
            <a:extLst>
              <a:ext uri="{FF2B5EF4-FFF2-40B4-BE49-F238E27FC236}">
                <a16:creationId xmlns:a16="http://schemas.microsoft.com/office/drawing/2014/main" id="{8205E5FA-6881-9803-B9CE-B9F6C0D4259D}"/>
              </a:ext>
            </a:extLst>
          </p:cNvPr>
          <p:cNvSpPr>
            <a:spLocks noGrp="1"/>
          </p:cNvSpPr>
          <p:nvPr>
            <p:ph idx="1"/>
          </p:nvPr>
        </p:nvSpPr>
        <p:spPr>
          <a:xfrm>
            <a:off x="331037" y="1371600"/>
            <a:ext cx="7231619" cy="5181600"/>
          </a:xfrm>
          <a:prstGeom prst="rect">
            <a:avLst/>
          </a:prstGeom>
        </p:spPr>
        <p:txBody>
          <a:bodyPr vert="horz" lIns="0" tIns="0" rIns="0" bIns="0" rtlCol="0">
            <a:normAutofit/>
          </a:bodyPr>
          <a:lstStyle>
            <a:lvl1pPr marL="0" indent="0">
              <a:buNone/>
              <a:defRPr>
                <a:solidFill>
                  <a:schemeClr val="bg1"/>
                </a:solidFill>
              </a:defRPr>
            </a:lvl1pPr>
            <a:lvl2pPr marL="457200" indent="0">
              <a:buNone/>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620418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4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CE91179-C1CD-A08D-D9B7-A92C32FCB4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A82CB0B4-6181-CC09-113A-CBA6A84A24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61577070"/>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6" r:id="rId3"/>
    <p:sldLayoutId id="2147483657" r:id="rId4"/>
    <p:sldLayoutId id="2147483658" r:id="rId5"/>
    <p:sldLayoutId id="2147483659" r:id="rId6"/>
    <p:sldLayoutId id="2147483662" r:id="rId7"/>
    <p:sldLayoutId id="2147483661" r:id="rId8"/>
    <p:sldLayoutId id="2147483663" r:id="rId9"/>
    <p:sldLayoutId id="2147483655" r:id="rId10"/>
  </p:sldLayoutIdLst>
  <p:txStyles>
    <p:titleStyle>
      <a:lvl1pPr algn="l" defTabSz="914400" rtl="0" eaLnBrk="1" latinLnBrk="0" hangingPunct="1">
        <a:lnSpc>
          <a:spcPct val="90000"/>
        </a:lnSpc>
        <a:spcBef>
          <a:spcPct val="0"/>
        </a:spcBef>
        <a:buNone/>
        <a:defRPr sz="4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Segoe UI" panose="020B0502040204020203" pitchFamily="34" charset="0"/>
          <a:ea typeface="Verdana" panose="020B0604030504040204" pitchFamily="34" charset="0"/>
          <a:cs typeface="Segoe UI" panose="020B0502040204020203"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Segoe UI" panose="020B0502040204020203" pitchFamily="34" charset="0"/>
          <a:ea typeface="Verdana" panose="020B0604030504040204" pitchFamily="34" charset="0"/>
          <a:cs typeface="Segoe UI" panose="020B0502040204020203"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Segoe UI" panose="020B0502040204020203" pitchFamily="34" charset="0"/>
          <a:ea typeface="Verdana" panose="020B0604030504040204" pitchFamily="34" charset="0"/>
          <a:cs typeface="Segoe UI" panose="020B0502040204020203"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5.png"/><Relationship Id="rId3" Type="http://schemas.openxmlformats.org/officeDocument/2006/relationships/image" Target="../media/image6.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12.png"/><Relationship Id="rId4" Type="http://schemas.openxmlformats.org/officeDocument/2006/relationships/hyperlink" Target="https://app.protobject.com/generate?equivalent-papas-caliente-juego&amp;es&amp;dynamic&amp;-1"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974216A-BFA6-9732-A49C-32CF61E454ED}"/>
              </a:ext>
            </a:extLst>
          </p:cNvPr>
          <p:cNvSpPr txBox="1"/>
          <p:nvPr/>
        </p:nvSpPr>
        <p:spPr>
          <a:xfrm>
            <a:off x="765048" y="2340864"/>
            <a:ext cx="10661904" cy="3847207"/>
          </a:xfrm>
          <a:prstGeom prst="rect">
            <a:avLst/>
          </a:prstGeom>
          <a:noFill/>
        </p:spPr>
        <p:txBody>
          <a:bodyPr wrap="square" rtlCol="0">
            <a:spAutoFit/>
          </a:bodyPr>
          <a:lstStyle/>
          <a:p>
            <a:r>
              <a:rPr lang="en-US" sz="2000" dirty="0">
                <a:latin typeface="Segoe UI" panose="020B0502040204020203" pitchFamily="34" charset="0"/>
                <a:cs typeface="Segoe UI" panose="020B0502040204020203" pitchFamily="34" charset="0"/>
              </a:rPr>
              <a:t>Esta </a:t>
            </a:r>
            <a:r>
              <a:rPr lang="en-US" sz="2000" dirty="0" err="1">
                <a:latin typeface="Segoe UI" panose="020B0502040204020203" pitchFamily="34" charset="0"/>
                <a:cs typeface="Segoe UI" panose="020B0502040204020203" pitchFamily="34" charset="0"/>
              </a:rPr>
              <a:t>presentación</a:t>
            </a:r>
            <a:r>
              <a:rPr lang="en-US" sz="2000" dirty="0">
                <a:latin typeface="Segoe UI" panose="020B0502040204020203" pitchFamily="34" charset="0"/>
                <a:cs typeface="Segoe UI" panose="020B0502040204020203" pitchFamily="34" charset="0"/>
              </a:rPr>
              <a:t> se genera </a:t>
            </a:r>
            <a:r>
              <a:rPr lang="en-US" sz="2000" dirty="0" err="1">
                <a:latin typeface="Segoe UI" panose="020B0502040204020203" pitchFamily="34" charset="0"/>
                <a:cs typeface="Segoe UI" panose="020B0502040204020203" pitchFamily="34" charset="0"/>
              </a:rPr>
              <a:t>automáticamente</a:t>
            </a:r>
            <a:r>
              <a:rPr lang="en-US" sz="2000" dirty="0">
                <a:latin typeface="Segoe UI" panose="020B0502040204020203" pitchFamily="34" charset="0"/>
                <a:cs typeface="Segoe UI" panose="020B0502040204020203" pitchFamily="34" charset="0"/>
              </a:rPr>
              <a:t>. </a:t>
            </a:r>
          </a:p>
          <a:p>
            <a:r>
              <a:rPr lang="en-US" sz="2000" b="1" dirty="0" err="1">
                <a:latin typeface="Segoe UI" panose="020B0502040204020203" pitchFamily="34" charset="0"/>
                <a:cs typeface="Segoe UI" panose="020B0502040204020203" pitchFamily="34" charset="0"/>
              </a:rPr>
              <a:t>Puedes</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modificarla</a:t>
            </a:r>
            <a:r>
              <a:rPr lang="en-US" sz="2000" b="1" dirty="0">
                <a:latin typeface="Segoe UI" panose="020B0502040204020203" pitchFamily="34" charset="0"/>
                <a:cs typeface="Segoe UI" panose="020B0502040204020203" pitchFamily="34" charset="0"/>
              </a:rPr>
              <a:t> a </a:t>
            </a:r>
            <a:r>
              <a:rPr lang="en-US" sz="2000" b="1" dirty="0" err="1">
                <a:latin typeface="Segoe UI" panose="020B0502040204020203" pitchFamily="34" charset="0"/>
                <a:cs typeface="Segoe UI" panose="020B0502040204020203" pitchFamily="34" charset="0"/>
              </a:rPr>
              <a:t>tu</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criterio</a:t>
            </a:r>
            <a:r>
              <a:rPr lang="en-US" sz="2000" b="1" dirty="0">
                <a:latin typeface="Segoe UI" panose="020B0502040204020203" pitchFamily="34" charset="0"/>
                <a:cs typeface="Segoe UI" panose="020B0502040204020203" pitchFamily="34" charset="0"/>
              </a:rPr>
              <a:t> y </a:t>
            </a:r>
            <a:r>
              <a:rPr lang="en-US" sz="2000" b="1" dirty="0" err="1">
                <a:latin typeface="Segoe UI" panose="020B0502040204020203" pitchFamily="34" charset="0"/>
                <a:cs typeface="Segoe UI" panose="020B0502040204020203" pitchFamily="34" charset="0"/>
              </a:rPr>
              <a:t>añadir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cualquier</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contenido</a:t>
            </a:r>
            <a:r>
              <a:rPr lang="en-US" sz="2000" b="1" dirty="0">
                <a:latin typeface="Segoe UI" panose="020B0502040204020203" pitchFamily="34" charset="0"/>
                <a:cs typeface="Segoe UI" panose="020B0502040204020203" pitchFamily="34" charset="0"/>
              </a:rPr>
              <a:t> </a:t>
            </a:r>
            <a:r>
              <a:rPr lang="en-US" sz="2000" b="1" dirty="0" err="1">
                <a:latin typeface="Segoe UI" panose="020B0502040204020203" pitchFamily="34" charset="0"/>
                <a:cs typeface="Segoe UI" panose="020B0502040204020203" pitchFamily="34" charset="0"/>
              </a:rPr>
              <a:t>adicional</a:t>
            </a:r>
            <a:r>
              <a:rPr lang="en-US" sz="2000" b="1" dirty="0">
                <a:latin typeface="Segoe UI" panose="020B0502040204020203" pitchFamily="34" charset="0"/>
                <a:cs typeface="Segoe UI" panose="020B0502040204020203" pitchFamily="34" charset="0"/>
              </a:rPr>
              <a:t> que </a:t>
            </a:r>
            <a:r>
              <a:rPr lang="en-US" sz="2000" b="1" dirty="0" err="1">
                <a:latin typeface="Segoe UI" panose="020B0502040204020203" pitchFamily="34" charset="0"/>
                <a:cs typeface="Segoe UI" panose="020B0502040204020203" pitchFamily="34" charset="0"/>
              </a:rPr>
              <a:t>desees</a:t>
            </a:r>
            <a:r>
              <a:rPr lang="en-US" sz="2000" b="1" dirty="0">
                <a:latin typeface="Segoe UI" panose="020B0502040204020203" pitchFamily="34" charset="0"/>
                <a:cs typeface="Segoe UI" panose="020B0502040204020203" pitchFamily="34" charset="0"/>
              </a:rPr>
              <a:t>.</a:t>
            </a:r>
          </a:p>
        </p:txBody>
      </p:sp>
      <p:pic>
        <p:nvPicPr>
          <p:cNvPr id="6" name="Graphic 5">
            <a:extLst>
              <a:ext uri="{FF2B5EF4-FFF2-40B4-BE49-F238E27FC236}">
                <a16:creationId xmlns:a16="http://schemas.microsoft.com/office/drawing/2014/main" id="{ADDBF746-CBFF-7D5E-0904-0C23A0CCAA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5048" y="735575"/>
            <a:ext cx="1640124" cy="369739"/>
          </a:xfrm>
          <a:prstGeom prst="rect">
            <a:avLst/>
          </a:prstGeom>
        </p:spPr>
      </p:pic>
    </p:spTree>
    <p:extLst>
      <p:ext uri="{BB962C8B-B14F-4D97-AF65-F5344CB8AC3E}">
        <p14:creationId xmlns:p14="http://schemas.microsoft.com/office/powerpoint/2010/main" val="109157783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La Papa Explosiva Digital</a:t>
            </a:r>
          </a:p>
        </p:txBody>
      </p:sp>
      <p:sp>
        <p:nvSpPr>
          <p:cNvPr id="3" name="Subtitle 2"/>
          <p:cNvSpPr>
            <a:spLocks noGrp="1"/>
          </p:cNvSpPr>
          <p:nvPr>
            <p:ph type="subTitle" idx="1"/>
          </p:nvPr>
        </p:nvSpPr>
        <p:spPr/>
        <p:txBody>
          <a:bodyPr/>
          <a:lstStyle/>
          <a:p>
            <a:r>
              <a:t>Programa un juego de suspenso con un temporizador impredecible. Aprende a usar el bucle 'while' para acciones que deben repetirse un número desconocido de veces.</a:t>
            </a:r>
          </a:p>
        </p:txBody>
      </p:sp>
      <p:pic>
        <p:nvPicPr>
          <p:cNvPr id="4" name="Picture Placeholder 3" descr="src_19.1-digital-hot-potato_19.1-la-patata-explosiva-digital.png"/>
          <p:cNvPicPr>
            <a:picLocks noGrp="1" noChangeAspect="1"/>
          </p:cNvPicPr>
          <p:nvPr>
            <p:ph type="pic" idx="11" sz="quarter"/>
          </p:nvPr>
        </p:nvPicPr>
        <p:blipFill>
          <a:blip r:embed="rId3"/>
          <a:srcRect/>
          <a:stretch>
            <a:fillRect/>
          </a:stretch>
        </p:blipFill>
        <p:spPr>
          <a:xfrm>
            <a:off x="3684945" y="1797930"/>
            <a:ext cx="7745054" cy="4356592"/>
          </a:xfr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¿Qué haremos?</a:t>
            </a:r>
          </a:p>
        </p:txBody>
      </p:sp>
      <p:pic>
        <p:nvPicPr>
          <p:cNvPr id="3" name="19.1_digital_hot_potat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4611414" y="1197600"/>
            <a:ext cx="2991407" cy="5318057"/>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Cuando No Sabes Cuándo Parar</a:t>
            </a:r>
          </a:p>
        </p:txBody>
      </p:sp>
      <p:pic>
        <p:nvPicPr>
          <p:cNvPr id="3" name="Picture Placeholder 2" descr="src_19.1-digital-hot-potato_a-dont-know-when-to-stop.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500"/>
              <a:t>El bucle `for` es genial cuando sabes de antemano el número exacto de repeticiones (por ejemplo, "repite 10 veces" o "recorre los 7 píxeles de una fila").</a:t>
            </a:r>
          </a:p>
          <a:p>
            <a:r>
              <a:rPr sz="1500"/>
              <a:t>Pero en muchos casos, como en un juego con un temporizador aleatorio o al esperar que un usuario presione una tecla, no sabes cuánto tiempo tomará. Necesitas un bucle que pueda seguir funcionando </a:t>
            </a:r>
            <a:r>
              <a:rPr sz="1500" b="1"/>
              <a:t>mientras</a:t>
            </a:r>
            <a:r>
              <a:rPr sz="1500"/>
              <a:t> se cumpla una condición, sin importar cuántas repeticiones sean.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 Bucle 'While' (Repetir Mientras)</a:t>
            </a:r>
          </a:p>
        </p:txBody>
      </p:sp>
      <p:pic>
        <p:nvPicPr>
          <p:cNvPr id="3" name="Picture Placeholder 2" descr="src_19.1-digital-hot-potato_b-while-loop.es.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300"/>
              <a:t>El </a:t>
            </a:r>
            <a:r>
              <a:rPr sz="1300" b="1"/>
              <a:t>bucle "while"</a:t>
            </a:r>
            <a:r>
              <a:rPr sz="1300"/>
              <a:t> (o "repetir mientras") es la solución perfecta para estos casos. Funciona con una lógica simple:</a:t>
            </a:r>
          </a:p>
          <a:p>
            <a:pPr/>
            <a:r>
              <a:rPr sz="1300"/>
              <a:t>1.  Primero, comprueba una condición (por ejemplo, `¿es tiempoRestante &gt; 0?`).</a:t>
            </a:r>
          </a:p>
          <a:p>
            <a:pPr/>
            <a:r>
              <a:rPr sz="1300"/>
              <a:t>2.  </a:t>
            </a:r>
            <a:r>
              <a:rPr sz="1300" b="1"/>
              <a:t>Mientras</a:t>
            </a:r>
            <a:r>
              <a:rPr sz="1300"/>
              <a:t> esa condición sea </a:t>
            </a:r>
            <a:r>
              <a:rPr sz="1300" b="1"/>
              <a:t>verdadera</a:t>
            </a:r>
            <a:r>
              <a:rPr sz="1300"/>
              <a:t>, ejecuta el código que tiene dentro una y otra vez.</a:t>
            </a:r>
          </a:p>
          <a:p>
            <a:pPr/>
            <a:r>
              <a:rPr sz="1300"/>
              <a:t>3.  En cada repetición, vuelve al paso 1 y comprueba la condición de nuevo.</a:t>
            </a:r>
          </a:p>
          <a:p>
            <a:pPr/>
            <a:r>
              <a:rPr sz="1300"/>
              <a:t>4.  En el momento en que la condición se vuelve </a:t>
            </a:r>
            <a:r>
              <a:rPr sz="1300" b="1"/>
              <a:t>falsa</a:t>
            </a:r>
            <a:r>
              <a:rPr sz="1300"/>
              <a:t>, el bucle se detiene inmediatamente y el programa continúa con el siguiente bloque.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Lógica de la Papa Caliente</a:t>
            </a:r>
          </a:p>
        </p:txBody>
      </p:sp>
      <p:pic>
        <p:nvPicPr>
          <p:cNvPr id="3" name="Picture Placeholder 2" descr="src_19.1-digital-hot-potato_c-hot-potato-logic.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1100"/>
              <a:t>Nuestro juego combina varias ideas que ya conoces de una manera nueva:</a:t>
            </a:r>
          </a:p>
          <a:p>
            <a:r>
              <a:rPr sz="1100"/>
              <a:t>- </a:t>
            </a:r>
            <a:r>
              <a:rPr sz="1100" b="1"/>
              <a:t>Evento:</a:t>
            </a:r>
            <a:r>
              <a:rPr sz="1100"/>
              <a:t> Tocar la pantalla pide una nueva ronda.</a:t>
            </a:r>
          </a:p>
          <a:p>
            <a:r>
              <a:rPr sz="1100"/>
              <a:t>- </a:t>
            </a:r>
            <a:r>
              <a:rPr sz="1100" b="1"/>
              <a:t>Bandera:</a:t>
            </a:r>
            <a:r>
              <a:rPr sz="1100"/>
              <a:t> La variable `listo` avisa al bucle principal que hay que jugar. El evento solo la pone en verdadero; el bucle `repetir para siempre` empieza la ronda `si listo`, y al terminar la vuelve a poner en falso. Por eso, si alguien toca la pantalla durante la ronda, no pasa nada: la ronda sigue y, al final, el juego espera un toque nuevo.</a:t>
            </a:r>
          </a:p>
          <a:p>
            <a:r>
              <a:rPr sz="1100"/>
              <a:t>- </a:t>
            </a:r>
            <a:r>
              <a:rPr sz="1100" b="1"/>
              <a:t>Variable y Aleatoriedad:</a:t>
            </a:r>
            <a:r>
              <a:rPr sz="1100"/>
              <a:t> La variable `tiempoRestante` almacena un número </a:t>
            </a:r>
            <a:r>
              <a:rPr sz="1100" b="1"/>
              <a:t>aleatorio</a:t>
            </a:r>
            <a:r>
              <a:rPr sz="1100"/>
              <a:t> para que cada ronda sea impredecible.</a:t>
            </a:r>
          </a:p>
          <a:p>
            <a:r>
              <a:rPr sz="1100"/>
              <a:t>- </a:t>
            </a:r>
            <a:r>
              <a:rPr sz="1100" b="1"/>
              <a:t>Bucle While:</a:t>
            </a:r>
            <a:r>
              <a:rPr sz="1100"/>
              <a:t> El bucle principal del juego se ejecuta </a:t>
            </a:r>
            <a:r>
              <a:rPr sz="1100" b="1"/>
              <a:t>mientras `tiempoRestante &gt; 0`</a:t>
            </a:r>
            <a:r>
              <a:rPr sz="1100"/>
              <a:t>. Dentro del bucle suena un «tic», restamos 1 a `tiempoRestante` y esperamos un segundo.</a:t>
            </a:r>
          </a:p>
          <a:p>
            <a:r>
              <a:rPr sz="1100"/>
              <a:t>- </a:t>
            </a:r>
            <a:r>
              <a:rPr sz="1100" b="1"/>
              <a:t>Final:</a:t>
            </a:r>
            <a:r>
              <a:rPr sz="1100"/>
              <a:t> Cuando `tiempoRestante` llega a 0, la condición del bucle se vuelve falsa, el bucle termina, ¡y la papa "explota"!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Crear</a:t>
            </a:r>
          </a:p>
        </p:txBody>
      </p:sp>
      <p:sp>
        <p:nvSpPr>
          <p:cNvPr id="3" name="Text Placeholder 2"/>
          <p:cNvSpPr>
            <a:spLocks noGrp="1"/>
          </p:cNvSpPr>
          <p:nvPr>
            <p:ph type="body" idx="12" sz="quarter"/>
          </p:nvPr>
        </p:nvSpPr>
        <p:spPr/>
        <p:txBody>
          <a:bodyPr wrap="square">
            <a:normAutofit/>
          </a:bodyPr>
          <a:lstStyle/>
          <a:p>
            <a:r>
              <a:rPr sz="3000"/>
              <a:t>Necesitaremos 2 componentes: </a:t>
            </a:r>
            <a:r>
              <a:rPr sz="3000" b="1"/>
              <a:t>BotónTáctil</a:t>
            </a:r>
            <a:r>
              <a:rPr sz="3000"/>
              <a:t> para que actúe como nuestro botón de inicio, y </a:t>
            </a:r>
            <a:r>
              <a:rPr sz="3000" b="1"/>
              <a:t>TecladoMusical</a:t>
            </a:r>
            <a:r>
              <a:rPr sz="3000"/>
              <a:t> para el tic-tac del suspenso y el sonido final.</a:t>
            </a:r>
          </a:p>
          <a:p>
            <a:r>
              <a:rPr sz="3000"/>
              <a:t>Asegúrate de tenerlos listos en tu espacio de trabajo. Puedes abrirlos en la misma ventana.</a:t>
            </a:r>
          </a:p>
        </p:txBody>
      </p:sp>
      <p:sp>
        <p:nvSpPr>
          <p:cNvPr id="4" name="Chart Placeholder 3"/>
          <p:cNvSpPr>
            <a:spLocks noGrp="1"/>
          </p:cNvSpPr>
          <p:nvPr>
            <p:ph type="chart" idx="14" sz="quarter"/>
          </p:nvPr>
        </p:nvSpPr>
        <p:spPr/>
        <p:txBody>
          <a:bodyPr/>
          <a:p>
            <a:r>
              <a:rPr sz="1400"/>
              <a:t>¡A jugar a la Papa Caliente!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Composición del Código</a:t>
            </a:r>
          </a:p>
        </p:txBody>
      </p:sp>
      <p:pic>
        <p:nvPicPr>
          <p:cNvPr id="3" name="Picture Placeholder 2" descr="screenshot_0672779c61e1fdb17c33ffb0a34b7cee.png"/>
          <p:cNvPicPr>
            <a:picLocks noGrp="1" noChangeAspect="1"/>
          </p:cNvPicPr>
          <p:nvPr>
            <p:ph type="pic" idx="11" sz="quarter"/>
          </p:nvPr>
        </p:nvPicPr>
        <p:blipFill>
          <a:blip r:embed="rId3"/>
          <a:srcRect/>
          <a:stretch>
            <a:fillRect/>
          </a:stretch>
        </p:blipFill>
        <p:spPr>
          <a:xfrm>
            <a:off x="2552411" y="2447348"/>
            <a:ext cx="3147798" cy="4072184"/>
          </a:xfrm>
        </p:spPr>
      </p:pic>
      <p:sp>
        <p:nvSpPr>
          <p:cNvPr id="4" name="Text Placeholder 3"/>
          <p:cNvSpPr>
            <a:spLocks noGrp="1"/>
          </p:cNvSpPr>
          <p:nvPr>
            <p:ph type="body" idx="12" sz="quarter"/>
          </p:nvPr>
        </p:nvSpPr>
        <p:spPr/>
        <p:txBody>
          <a:bodyPr wrap="square">
            <a:normAutofit/>
          </a:bodyPr>
          <a:lstStyle/>
          <a:p>
            <a:r>
              <a:rPr sz="1800"/>
              <a:t>El evento `cuando es tocado` solo pone la bandera `listo` en verdadero.</a:t>
            </a:r>
          </a:p>
        </p:txBody>
      </p:sp>
      <p:sp>
        <p:nvSpPr>
          <p:cNvPr id="5" name="Chart Placeholder 4"/>
          <p:cNvSpPr>
            <a:spLocks noGrp="1"/>
          </p:cNvSpPr>
          <p:nvPr>
            <p:ph type="chart" idx="14" sz="quarter"/>
          </p:nvPr>
        </p:nvSpPr>
        <p:spPr/>
        <p:txBody>
          <a:bodyPr/>
          <a:p>
            <a:r>
              <a:rPr u="sng">
                <a:solidFill>
                  <a:srgbClr val="0000FF"/>
                </a:solidFill>
                <a:hlinkClick r:id="rId4"/>
              </a:rPr>
              <a:t>Ver el programa completo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Reflexiona</a:t>
            </a:r>
          </a:p>
        </p:txBody>
      </p:sp>
      <p:sp>
        <p:nvSpPr>
          <p:cNvPr id="4" name="Content Placeholder 3"/>
          <p:cNvSpPr>
            <a:spLocks noGrp="1"/>
          </p:cNvSpPr>
          <p:nvPr>
            <p:ph idx="1"/>
          </p:nvPr>
        </p:nvSpPr>
        <p:spPr/>
        <p:txBody>
          <a:bodyPr wrap="square">
            <a:normAutofit/>
          </a:bodyPr>
          <a:lstStyle/>
          <a:p>
            <a:r>
              <a:rPr sz="2400"/>
              <a:t>¿Cuál es la principal diferencia entre un bucle "for" y un bucle "while"? ¿Por qué era "while" la mejor opción para este juego?</a:t>
            </a:r>
          </a:p>
          <a:p>
            <a:r>
              <a:rPr sz="2400"/>
              <a:t>Dentro de un bucle "while", es muy importante asegurarse de que la condición eventualmente se vuelva falsa para evitar un bucle infinito. ¿Qué bloque dentro de nuestro bucle garantiza que el juego siempre termine?</a:t>
            </a:r>
          </a:p>
          <a:p>
            <a:r>
              <a:rPr sz="2400"/>
              <a:t>¿Qué pasaría si el número aleatorio generado pudiera ser 0? ¿Funcionaría el juego correctamente?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Desafío</a:t>
            </a:r>
          </a:p>
        </p:txBody>
      </p:sp>
      <p:pic>
        <p:nvPicPr>
          <p:cNvPr id="3" name="Picture Placeholder 2" descr="src_19.1-digital-hot-potato_d-time-remaining-hot-potato.png"/>
          <p:cNvPicPr>
            <a:picLocks noGrp="1" noChangeAspect="1"/>
          </p:cNvPicPr>
          <p:nvPr>
            <p:ph type="pic" idx="11" sz="quarter"/>
          </p:nvPr>
        </p:nvPicPr>
        <p:blipFill>
          <a:blip r:embed="rId2"/>
          <a:srcRect/>
          <a:stretch>
            <a:fillRect/>
          </a:stretch>
        </p:blipFill>
        <p:spPr>
          <a:xfrm>
            <a:off x="342468" y="2135905"/>
            <a:ext cx="7742784" cy="4355316"/>
          </a:xfrm>
        </p:spPr>
      </p:pic>
      <p:sp>
        <p:nvSpPr>
          <p:cNvPr id="4" name="Text Placeholder 3"/>
          <p:cNvSpPr>
            <a:spLocks noGrp="1"/>
          </p:cNvSpPr>
          <p:nvPr>
            <p:ph type="body" idx="12" sz="quarter"/>
          </p:nvPr>
        </p:nvSpPr>
        <p:spPr/>
        <p:txBody>
          <a:bodyPr wrap="square">
            <a:normAutofit/>
          </a:bodyPr>
          <a:lstStyle/>
          <a:p>
            <a:r>
              <a:rPr sz="2100"/>
              <a:t>¡Haz el juego más visual! ¿Puedes hacer que el tiempo restante se muestre en la pantalla durante la cuenta atrás? </a:t>
            </a:r>
            <a:r>
              <a:rPr sz="2100" b="1"/>
              <a:t>Pista</a:t>
            </a:r>
            <a:r>
              <a:rPr sz="2100"/>
              <a:t>: Necesitarías añadir los bloques `borrar la pantalla` y `escribir texto` *dentro* del bucle "while" para actualizar la pantalla cada segundo.</a:t>
            </a:r>
          </a:p>
        </p:txBody>
      </p:sp>
    </p:spTree>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FFFFF"/>
      </a:hlink>
      <a:folHlink>
        <a:srgbClr val="FFFF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229</TotalTime>
  <Words>58</Words>
  <Application>Microsoft Office PowerPoint</Application>
  <PresentationFormat>Widescreen</PresentationFormat>
  <Paragraphs>11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Segoe UI</vt:lpstr>
      <vt:lpstr>Segoe UI Black</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Alessio Bellino</dc:creator>
  <cp:lastModifiedBy>Alessio Bellino</cp:lastModifiedBy>
  <cp:revision>41</cp:revision>
  <dcterms:created xsi:type="dcterms:W3CDTF">2025-08-23T17:03:52Z</dcterms:created>
  <dcterms:modified xsi:type="dcterms:W3CDTF">2025-09-03T15:49:53Z</dcterms:modified>
</cp:coreProperties>
</file>