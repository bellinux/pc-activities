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condicional simple sabe qué hacer SI algo ocurre; si no ocurre, no hace nada. Pero ¿y si quisiéramos que hiciera algo distinto en cada caso? Los programas más potentes necesitan un Plan B. En esta misión, aprenderás a programar dos caminos diferentes con el condicional 'SI... SINO...' (If… Else…). Crearemos un despertador inteligente que se comporta como un girasol: sabe cuándo 'despertar' con la luz y cuándo 'dormir' en la oscuridad.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`bucle principal`, el bloque `si... sino...` toma el control total. En cada ciclo, evalúa la condición `intensidad de la luz &gt; 50`. Si es verdadera, se ejecuta el primer grupo de bloques (la alarma se activa). Si es falsa, se salta el primer grupo y se ejecuta el segundo (la alarma se apaga). El programa siempre está eligiendo uno de estos dos caminos, sin dudarlo.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hyperlink" Target="https://app.protobject.com/generate?equivalent-despertador-por-la-manana&amp;es&amp;dynamic&amp;-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 Despertador de Girasol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Aprende a manejar dos caminos con la lógica 'Si... Sino...' (If… Else…). Construye un despertador inteligente que se activa con la luz, como un girasol que se despierta con el sol.</a:t>
            </a:r>
          </a:p>
        </p:txBody>
      </p:sp>
      <p:pic>
        <p:nvPicPr>
          <p:cNvPr id="4" name="Picture Placeholder 3" descr="src_16.2-sunflower-alarm-clock_16.2-el-despertador-de-girasol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6.2_sunflower_alarm_clock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1138" y="1232015"/>
            <a:ext cx="9331959" cy="524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Más Allá del 'Si': El Poder del 'Sino'</a:t>
            </a:r>
          </a:p>
        </p:txBody>
      </p:sp>
      <p:pic>
        <p:nvPicPr>
          <p:cNvPr id="3" name="Picture Placeholder 2" descr="src_16.2-sunflower-alarm-clock_a-else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400"/>
              <a:t>El bloque "Si..." es genial, pero a veces necesitamos un Plan B. El bloque </a:t>
            </a:r>
            <a:r>
              <a:rPr sz="1400" b="1"/>
              <a:t>"Sino"</a:t>
            </a:r>
            <a:r>
              <a:rPr sz="1400"/>
              <a:t> (o "else" en inglés) nos da exactamente eso.</a:t>
            </a:r>
          </a:p>
          <a:p>
            <a:r>
              <a:rPr sz="1400"/>
              <a:t>La estructura completa </a:t>
            </a:r>
            <a:r>
              <a:rPr sz="1400" b="1"/>
              <a:t>"Si... Sino..."</a:t>
            </a:r>
            <a:r>
              <a:rPr sz="1400"/>
              <a:t> le da al programa un conjunto de instrucciones a prueba de todo: </a:t>
            </a:r>
            <a:r>
              <a:rPr sz="1400" b="1"/>
              <a:t>SI</a:t>
            </a:r>
            <a:r>
              <a:rPr sz="1400"/>
              <a:t> esta condición es verdadera, ejecuta el primer bloque de código. </a:t>
            </a:r>
            <a:r>
              <a:rPr sz="1400" b="1"/>
              <a:t>SINO</a:t>
            </a:r>
            <a:r>
              <a:rPr sz="1400"/>
              <a:t> (en cualquier otro caso, es decir, si la condición es falsa), ejecuta este segundo bloque de código.</a:t>
            </a:r>
          </a:p>
          <a:p>
            <a:r>
              <a:rPr sz="1400"/>
              <a:t>El programa siempre elegirá uno de los dos caminos. Nunca ambos, y nunca ninguno.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Sensores de Luz y Umbrales</a:t>
            </a:r>
          </a:p>
        </p:txBody>
      </p:sp>
      <p:pic>
        <p:nvPicPr>
          <p:cNvPr id="3" name="Picture Placeholder 2" descr="src_16.2-sunflower-alarm-clock_b-light-sensor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500"/>
              <a:t>Tu celular tiene un </a:t>
            </a:r>
            <a:r>
              <a:rPr sz="1500" b="1"/>
              <a:t>sensor de luz ambiental</a:t>
            </a:r>
            <a:r>
              <a:rPr sz="1500"/>
              <a:t> que mide qué tan brillante es tu entorno y lo convierte en un número. Pero, ¿cómo decide un programa si es "de día" o "de noche"?</a:t>
            </a:r>
          </a:p>
          <a:p>
            <a:r>
              <a:rPr sz="1500"/>
              <a:t>Para eso, establecemos un </a:t>
            </a:r>
            <a:r>
              <a:rPr sz="1500" b="1"/>
              <a:t>umbral</a:t>
            </a:r>
            <a:r>
              <a:rPr sz="1500"/>
              <a:t>, que es simplemente un "punto de corte". En nuestro proyecto, el umbral será el número `50`. Si el sensor lee un valor por encima de 50, nuestro programa considerará que es "de día". Si lee un valor por debajo, considerará que es "de noche".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Lógica del Girasol</a:t>
            </a:r>
          </a:p>
        </p:txBody>
      </p:sp>
      <p:pic>
        <p:nvPicPr>
          <p:cNvPr id="3" name="Picture Placeholder 2" descr="src_16.2-sunflower-alarm-clock_c-light-sensor-conditions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600"/>
              <a:t>Ahora podemos combinar nuestras ideas para crear el despertador:</a:t>
            </a:r>
          </a:p>
          <a:p>
            <a:pPr/>
            <a:r>
              <a:rPr sz="1600"/>
              <a:t/>
            </a:r>
            <a:r>
              <a:rPr sz="1600" b="1"/>
              <a:t>Condición:</a:t>
            </a:r>
            <a:r>
              <a:rPr sz="1600"/>
              <a:t> ¿Es el valor del sensor de luz mayor que 50?</a:t>
            </a:r>
          </a:p>
          <a:p>
            <a:pPr/>
            <a:r>
              <a:rPr sz="1600"/>
              <a:t/>
            </a:r>
            <a:r>
              <a:rPr sz="1600" b="1"/>
              <a:t>SI es VERDADERO (hay luz):</a:t>
            </a:r>
            <a:r>
              <a:rPr sz="1600"/>
              <a:t> ¡Hora de despertar! Ejecuta el código del camino "Si": dibuja un sol y hace sonar la alarma.</a:t>
            </a:r>
          </a:p>
          <a:p>
            <a:pPr/>
            <a:r>
              <a:rPr sz="1600"/>
              <a:t/>
            </a:r>
            <a:r>
              <a:rPr sz="1600" b="1"/>
              <a:t>SINO (es FALSO, está oscuro):</a:t>
            </a:r>
            <a:r>
              <a:rPr sz="1600"/>
              <a:t> ¡A seguir durmiendo! Ejecuta el código del camino "Sino": apaga la alarma y la pantalla.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Necesitaremos 3 componentes en nuestro celular: </a:t>
            </a:r>
            <a:r>
              <a:rPr sz="3000" b="1"/>
              <a:t>IntensidadLuz</a:t>
            </a:r>
            <a:r>
              <a:rPr sz="3000"/>
              <a:t> para 'ver' el amanecer, </a:t>
            </a:r>
            <a:r>
              <a:rPr sz="3000" b="1"/>
              <a:t>TecladoMusical</a:t>
            </a:r>
            <a:r>
              <a:rPr sz="3000"/>
              <a:t> para la alarma del despertador, y </a:t>
            </a:r>
            <a:r>
              <a:rPr sz="3000" b="1"/>
              <a:t>DibujoLED</a:t>
            </a:r>
            <a:r>
              <a:rPr sz="3000"/>
              <a:t> para mostrar un sol.</a:t>
            </a:r>
          </a:p>
          <a:p>
            <a:r>
              <a:rPr sz="3000"/>
              <a:t>Recuerda escanear todos los códigos QR en el mismo dispositivo.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¡Construyamos el despertador de girasol!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93291947ee52c7944795302035989337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2405583" y="2447348"/>
            <a:ext cx="3441454" cy="4072184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200"/>
              <a:t>Dentro del `bucle principal`, el bloque `si... sino...` toma el control total. En cada ciclo, evalúa la condición `intensidad de la luz &gt; 50`.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400"/>
              <a:t>¿Cuál es la diferencia fundamental entre un condicional "Si" y un "Si... Sino..."? ¿Cuándo usarías cada uno?</a:t>
            </a:r>
          </a:p>
          <a:p>
            <a:r>
              <a:rPr sz="2400"/>
              <a:t>¿Qué es un "umbral" y por qué es tan importante para que los programas tomen decisiones basadas en sensores?</a:t>
            </a:r>
          </a:p>
          <a:p>
            <a:r>
              <a:rPr sz="2400"/>
              <a:t>Nuestro despertador se activa con la luz. ¿Cómo cambiarías la condición para que el sol se encienda *en la oscuridad*? ¿Y qué </a:t>
            </a:r>
            <a:r>
              <a:rPr sz="2400" b="1"/>
              <a:t>más</a:t>
            </a:r>
            <a:r>
              <a:rPr sz="2400"/>
              <a:t> tendrías que cambiar para que sea una luz de noche de verdad, y no una alarma nocturna?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6.2-sunflower-alarm-clock_d-postpone-alarm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900"/>
              <a:t>¡Hazlo más inteligente! ¿Puedes añadir un botón que permita "posponer" la alarma? Cuando lo presiones, la alarma debería silenciarse durante 10 segundos, incluso si todavía hay luz. </a:t>
            </a:r>
            <a:r>
              <a:rPr sz="1900" b="1"/>
              <a:t>Pista</a:t>
            </a:r>
            <a:r>
              <a:rPr sz="1900"/>
              <a:t>: Necesitarías una variable para controlar el estado "pospuesto" y probablemente otro condicional anidado para comprobarla.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