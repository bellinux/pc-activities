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9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38CA"/>
    <a:srgbClr val="1D4ED8"/>
    <a:srgbClr val="A551F4"/>
    <a:srgbClr val="FFFFFF"/>
    <a:srgbClr val="A16207"/>
    <a:srgbClr val="000000"/>
    <a:srgbClr val="FACC15"/>
    <a:srgbClr val="FFC93C"/>
    <a:srgbClr val="05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D7F994-7B23-4B30-9E0D-141B518001FB}" v="23" dt="2025-09-03T15:49:48.4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microsoft.com/office/2015/10/relationships/revisionInfo" Target="revisionInfo.xml"/><Relationship Id="rId9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io Bellino" userId="4d67f9ee-b7e6-436d-9ca9-011d058f5ab9" providerId="ADAL" clId="{D6D7F994-7B23-4B30-9E0D-141B518001FB}"/>
    <pc:docChg chg="undo custSel delSld modMainMaster">
      <pc:chgData name="Alessio Bellino" userId="4d67f9ee-b7e6-436d-9ca9-011d058f5ab9" providerId="ADAL" clId="{D6D7F994-7B23-4B30-9E0D-141B518001FB}" dt="2025-09-03T15:49:48.493" v="146" actId="404"/>
      <pc:docMkLst>
        <pc:docMk/>
      </pc:docMkLst>
      <pc:sldChg chg="del">
        <pc:chgData name="Alessio Bellino" userId="4d67f9ee-b7e6-436d-9ca9-011d058f5ab9" providerId="ADAL" clId="{D6D7F994-7B23-4B30-9E0D-141B518001FB}" dt="2025-08-27T01:13:29.985" v="83" actId="47"/>
        <pc:sldMkLst>
          <pc:docMk/>
          <pc:sldMk cId="1091577834" sldId="256"/>
        </pc:sldMkLst>
      </pc:sldChg>
      <pc:sldChg chg="del">
        <pc:chgData name="Alessio Bellino" userId="4d67f9ee-b7e6-436d-9ca9-011d058f5ab9" providerId="ADAL" clId="{D6D7F994-7B23-4B30-9E0D-141B518001FB}" dt="2025-08-27T01:13:28.949" v="82" actId="47"/>
        <pc:sldMkLst>
          <pc:docMk/>
          <pc:sldMk cId="0" sldId="257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58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59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0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1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2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3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4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5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6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7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8"/>
        </pc:sldMkLst>
      </pc:sldChg>
      <pc:sldMasterChg chg="modSldLayout">
        <pc:chgData name="Alessio Bellino" userId="4d67f9ee-b7e6-436d-9ca9-011d058f5ab9" providerId="ADAL" clId="{D6D7F994-7B23-4B30-9E0D-141B518001FB}" dt="2025-09-03T15:49:48.493" v="146" actId="404"/>
        <pc:sldMasterMkLst>
          <pc:docMk/>
          <pc:sldMasterMk cId="661577070" sldId="2147483648"/>
        </pc:sldMasterMkLst>
        <pc:sldLayoutChg chg="modSp mod">
          <pc:chgData name="Alessio Bellino" userId="4d67f9ee-b7e6-436d-9ca9-011d058f5ab9" providerId="ADAL" clId="{D6D7F994-7B23-4B30-9E0D-141B518001FB}" dt="2025-09-03T15:49:04.125" v="130" actId="403"/>
          <pc:sldLayoutMkLst>
            <pc:docMk/>
            <pc:sldMasterMk cId="661577070" sldId="2147483648"/>
            <pc:sldLayoutMk cId="552119573" sldId="2147483649"/>
          </pc:sldLayoutMkLst>
          <pc:spChg chg="mod">
            <ac:chgData name="Alessio Bellino" userId="4d67f9ee-b7e6-436d-9ca9-011d058f5ab9" providerId="ADAL" clId="{D6D7F994-7B23-4B30-9E0D-141B518001FB}" dt="2025-09-03T15:49:04.125" v="130" actId="403"/>
            <ac:spMkLst>
              <pc:docMk/>
              <pc:sldMasterMk cId="661577070" sldId="2147483648"/>
              <pc:sldLayoutMk cId="552119573" sldId="2147483649"/>
              <ac:spMk id="2" creationId="{F452E439-A5BF-EE24-C08E-1F9F20701E7E}"/>
            </ac:spMkLst>
          </pc:spChg>
          <pc:spChg chg="mod">
            <ac:chgData name="Alessio Bellino" userId="4d67f9ee-b7e6-436d-9ca9-011d058f5ab9" providerId="ADAL" clId="{D6D7F994-7B23-4B30-9E0D-141B518001FB}" dt="2025-09-03T15:29:12.824" v="119" actId="1035"/>
            <ac:spMkLst>
              <pc:docMk/>
              <pc:sldMasterMk cId="661577070" sldId="2147483648"/>
              <pc:sldLayoutMk cId="552119573" sldId="2147483649"/>
              <ac:spMk id="7" creationId="{D9290BF2-0C25-514A-9D89-51E5C7543451}"/>
            </ac:spMkLst>
          </pc:spChg>
        </pc:sldLayoutChg>
        <pc:sldLayoutChg chg="modSp mod">
          <pc:chgData name="Alessio Bellino" userId="4d67f9ee-b7e6-436d-9ca9-011d058f5ab9" providerId="ADAL" clId="{D6D7F994-7B23-4B30-9E0D-141B518001FB}" dt="2025-09-03T15:48:48.805" v="127" actId="404"/>
          <pc:sldLayoutMkLst>
            <pc:docMk/>
            <pc:sldMasterMk cId="661577070" sldId="2147483648"/>
            <pc:sldLayoutMk cId="1168460104" sldId="2147483656"/>
          </pc:sldLayoutMkLst>
          <pc:spChg chg="mod">
            <ac:chgData name="Alessio Bellino" userId="4d67f9ee-b7e6-436d-9ca9-011d058f5ab9" providerId="ADAL" clId="{D6D7F994-7B23-4B30-9E0D-141B518001FB}" dt="2025-09-03T15:48:48.805" v="127" actId="404"/>
            <ac:spMkLst>
              <pc:docMk/>
              <pc:sldMasterMk cId="661577070" sldId="2147483648"/>
              <pc:sldLayoutMk cId="1168460104" sldId="2147483656"/>
              <ac:spMk id="2" creationId="{D7FA4241-75AB-E168-9F15-606C0FA2D9CB}"/>
            </ac:spMkLst>
          </pc:spChg>
          <pc:spChg chg="mod">
            <ac:chgData name="Alessio Bellino" userId="4d67f9ee-b7e6-436d-9ca9-011d058f5ab9" providerId="ADAL" clId="{D6D7F994-7B23-4B30-9E0D-141B518001FB}" dt="2025-09-03T15:29:29.320" v="121" actId="207"/>
            <ac:spMkLst>
              <pc:docMk/>
              <pc:sldMasterMk cId="661577070" sldId="2147483648"/>
              <pc:sldLayoutMk cId="1168460104" sldId="2147483656"/>
              <ac:spMk id="4" creationId="{A9CE6CAF-4FD0-1FA1-1965-C06A9FCE86EB}"/>
            </ac:spMkLst>
          </pc:spChg>
        </pc:sldLayoutChg>
        <pc:sldLayoutChg chg="modSp mod">
          <pc:chgData name="Alessio Bellino" userId="4d67f9ee-b7e6-436d-9ca9-011d058f5ab9" providerId="ADAL" clId="{D6D7F994-7B23-4B30-9E0D-141B518001FB}" dt="2025-09-03T15:49:12.616" v="132" actId="404"/>
          <pc:sldLayoutMkLst>
            <pc:docMk/>
            <pc:sldMasterMk cId="661577070" sldId="2147483648"/>
            <pc:sldLayoutMk cId="892857456" sldId="2147483657"/>
          </pc:sldLayoutMkLst>
          <pc:spChg chg="mod">
            <ac:chgData name="Alessio Bellino" userId="4d67f9ee-b7e6-436d-9ca9-011d058f5ab9" providerId="ADAL" clId="{D6D7F994-7B23-4B30-9E0D-141B518001FB}" dt="2025-09-03T15:49:12.616" v="132" actId="404"/>
            <ac:spMkLst>
              <pc:docMk/>
              <pc:sldMasterMk cId="661577070" sldId="2147483648"/>
              <pc:sldLayoutMk cId="892857456" sldId="2147483657"/>
              <ac:spMk id="2" creationId="{D7FA4241-75AB-E168-9F15-606C0FA2D9CB}"/>
            </ac:spMkLst>
          </pc:spChg>
          <pc:spChg chg="mod">
            <ac:chgData name="Alessio Bellino" userId="4d67f9ee-b7e6-436d-9ca9-011d058f5ab9" providerId="ADAL" clId="{D6D7F994-7B23-4B30-9E0D-141B518001FB}" dt="2025-09-03T15:29:23.023" v="120" actId="207"/>
            <ac:spMkLst>
              <pc:docMk/>
              <pc:sldMasterMk cId="661577070" sldId="2147483648"/>
              <pc:sldLayoutMk cId="892857456" sldId="2147483657"/>
              <ac:spMk id="4" creationId="{A9CE6CAF-4FD0-1FA1-1965-C06A9FCE86EB}"/>
            </ac:spMkLst>
          </pc:spChg>
        </pc:sldLayoutChg>
        <pc:sldLayoutChg chg="modSp mod">
          <pc:chgData name="Alessio Bellino" userId="4d67f9ee-b7e6-436d-9ca9-011d058f5ab9" providerId="ADAL" clId="{D6D7F994-7B23-4B30-9E0D-141B518001FB}" dt="2025-09-03T15:49:21.285" v="134" actId="404"/>
          <pc:sldLayoutMkLst>
            <pc:docMk/>
            <pc:sldMasterMk cId="661577070" sldId="2147483648"/>
            <pc:sldLayoutMk cId="2348620504" sldId="2147483658"/>
          </pc:sldLayoutMkLst>
          <pc:spChg chg="mod">
            <ac:chgData name="Alessio Bellino" userId="4d67f9ee-b7e6-436d-9ca9-011d058f5ab9" providerId="ADAL" clId="{D6D7F994-7B23-4B30-9E0D-141B518001FB}" dt="2025-09-03T15:49:21.285" v="134" actId="404"/>
            <ac:spMkLst>
              <pc:docMk/>
              <pc:sldMasterMk cId="661577070" sldId="2147483648"/>
              <pc:sldLayoutMk cId="2348620504" sldId="2147483658"/>
              <ac:spMk id="2" creationId="{D7FA4241-75AB-E168-9F15-606C0FA2D9CB}"/>
            </ac:spMkLst>
          </pc:spChg>
          <pc:spChg chg="mod">
            <ac:chgData name="Alessio Bellino" userId="4d67f9ee-b7e6-436d-9ca9-011d058f5ab9" providerId="ADAL" clId="{D6D7F994-7B23-4B30-9E0D-141B518001FB}" dt="2025-09-03T15:29:01.370" v="113" actId="207"/>
            <ac:spMkLst>
              <pc:docMk/>
              <pc:sldMasterMk cId="661577070" sldId="2147483648"/>
              <pc:sldLayoutMk cId="2348620504" sldId="2147483658"/>
              <ac:spMk id="4" creationId="{A9CE6CAF-4FD0-1FA1-1965-C06A9FCE86EB}"/>
            </ac:spMkLst>
          </pc:spChg>
        </pc:sldLayoutChg>
        <pc:sldLayoutChg chg="addSp delSp modSp mod">
          <pc:chgData name="Alessio Bellino" userId="4d67f9ee-b7e6-436d-9ca9-011d058f5ab9" providerId="ADAL" clId="{D6D7F994-7B23-4B30-9E0D-141B518001FB}" dt="2025-09-03T15:49:28.125" v="136" actId="404"/>
          <pc:sldLayoutMkLst>
            <pc:docMk/>
            <pc:sldMasterMk cId="661577070" sldId="2147483648"/>
            <pc:sldLayoutMk cId="1471266884" sldId="2147483659"/>
          </pc:sldLayoutMkLst>
          <pc:spChg chg="mod">
            <ac:chgData name="Alessio Bellino" userId="4d67f9ee-b7e6-436d-9ca9-011d058f5ab9" providerId="ADAL" clId="{D6D7F994-7B23-4B30-9E0D-141B518001FB}" dt="2025-09-03T15:49:28.125" v="136" actId="404"/>
            <ac:spMkLst>
              <pc:docMk/>
              <pc:sldMasterMk cId="661577070" sldId="2147483648"/>
              <pc:sldLayoutMk cId="1471266884" sldId="2147483659"/>
              <ac:spMk id="2" creationId="{D7FA4241-75AB-E168-9F15-606C0FA2D9CB}"/>
            </ac:spMkLst>
          </pc:spChg>
          <pc:spChg chg="add mod">
            <ac:chgData name="Alessio Bellino" userId="4d67f9ee-b7e6-436d-9ca9-011d058f5ab9" providerId="ADAL" clId="{D6D7F994-7B23-4B30-9E0D-141B518001FB}" dt="2025-08-27T01:11:08.780" v="46" actId="1035"/>
            <ac:spMkLst>
              <pc:docMk/>
              <pc:sldMasterMk cId="661577070" sldId="2147483648"/>
              <pc:sldLayoutMk cId="1471266884" sldId="2147483659"/>
              <ac:spMk id="3" creationId="{F876292C-B4E7-FCE3-1E74-154C919298A3}"/>
            </ac:spMkLst>
          </pc:spChg>
          <pc:spChg chg="mod">
            <ac:chgData name="Alessio Bellino" userId="4d67f9ee-b7e6-436d-9ca9-011d058f5ab9" providerId="ADAL" clId="{D6D7F994-7B23-4B30-9E0D-141B518001FB}" dt="2025-09-03T15:29:00.979" v="112" actId="207"/>
            <ac:spMkLst>
              <pc:docMk/>
              <pc:sldMasterMk cId="661577070" sldId="2147483648"/>
              <pc:sldLayoutMk cId="1471266884" sldId="2147483659"/>
              <ac:spMk id="4" creationId="{A9CE6CAF-4FD0-1FA1-1965-C06A9FCE86EB}"/>
            </ac:spMkLst>
          </pc:spChg>
          <pc:spChg chg="add mod">
            <ac:chgData name="Alessio Bellino" userId="4d67f9ee-b7e6-436d-9ca9-011d058f5ab9" providerId="ADAL" clId="{D6D7F994-7B23-4B30-9E0D-141B518001FB}" dt="2025-08-27T01:10:37.653" v="27" actId="1076"/>
            <ac:spMkLst>
              <pc:docMk/>
              <pc:sldMasterMk cId="661577070" sldId="2147483648"/>
              <pc:sldLayoutMk cId="1471266884" sldId="2147483659"/>
              <ac:spMk id="5" creationId="{6F44FAD5-85C0-5126-BEBB-39AE90164067}"/>
            </ac:spMkLst>
          </pc:spChg>
          <pc:spChg chg="add mod">
            <ac:chgData name="Alessio Bellino" userId="4d67f9ee-b7e6-436d-9ca9-011d058f5ab9" providerId="ADAL" clId="{D6D7F994-7B23-4B30-9E0D-141B518001FB}" dt="2025-08-27T01:10:37.653" v="27" actId="1076"/>
            <ac:spMkLst>
              <pc:docMk/>
              <pc:sldMasterMk cId="661577070" sldId="2147483648"/>
              <pc:sldLayoutMk cId="1471266884" sldId="2147483659"/>
              <ac:spMk id="6" creationId="{5E15C401-2708-BE2C-313C-6E972121150A}"/>
            </ac:spMkLst>
          </pc:spChg>
          <pc:spChg chg="mod">
            <ac:chgData name="Alessio Bellino" userId="4d67f9ee-b7e6-436d-9ca9-011d058f5ab9" providerId="ADAL" clId="{D6D7F994-7B23-4B30-9E0D-141B518001FB}" dt="2025-08-27T01:11:08.780" v="46" actId="1035"/>
            <ac:spMkLst>
              <pc:docMk/>
              <pc:sldMasterMk cId="661577070" sldId="2147483648"/>
              <pc:sldLayoutMk cId="1471266884" sldId="2147483659"/>
              <ac:spMk id="10" creationId="{7EE5EA41-8A93-19E6-0938-921548C16043}"/>
            </ac:spMkLst>
          </pc:spChg>
          <pc:spChg chg="mod">
            <ac:chgData name="Alessio Bellino" userId="4d67f9ee-b7e6-436d-9ca9-011d058f5ab9" providerId="ADAL" clId="{D6D7F994-7B23-4B30-9E0D-141B518001FB}" dt="2025-08-27T01:11:37.001" v="74" actId="14100"/>
            <ac:spMkLst>
              <pc:docMk/>
              <pc:sldMasterMk cId="661577070" sldId="2147483648"/>
              <pc:sldLayoutMk cId="1471266884" sldId="2147483659"/>
              <ac:spMk id="13" creationId="{33A5CA17-0E07-7C00-D057-B222092BBE90}"/>
            </ac:spMkLst>
          </pc:spChg>
        </pc:sldLayoutChg>
        <pc:sldLayoutChg chg="addSp delSp modSp mod">
          <pc:chgData name="Alessio Bellino" userId="4d67f9ee-b7e6-436d-9ca9-011d058f5ab9" providerId="ADAL" clId="{D6D7F994-7B23-4B30-9E0D-141B518001FB}" dt="2025-09-03T15:48:58.086" v="129" actId="403"/>
          <pc:sldLayoutMkLst>
            <pc:docMk/>
            <pc:sldMasterMk cId="661577070" sldId="2147483648"/>
            <pc:sldLayoutMk cId="1862163226" sldId="2147483660"/>
          </pc:sldLayoutMkLst>
          <pc:spChg chg="mod">
            <ac:chgData name="Alessio Bellino" userId="4d67f9ee-b7e6-436d-9ca9-011d058f5ab9" providerId="ADAL" clId="{D6D7F994-7B23-4B30-9E0D-141B518001FB}" dt="2025-09-03T15:48:58.086" v="129" actId="403"/>
            <ac:spMkLst>
              <pc:docMk/>
              <pc:sldMasterMk cId="661577070" sldId="2147483648"/>
              <pc:sldLayoutMk cId="1862163226" sldId="2147483660"/>
              <ac:spMk id="2" creationId="{F452E439-A5BF-EE24-C08E-1F9F20701E7E}"/>
            </ac:spMkLst>
          </pc:spChg>
          <pc:spChg chg="mod">
            <ac:chgData name="Alessio Bellino" userId="4d67f9ee-b7e6-436d-9ca9-011d058f5ab9" providerId="ADAL" clId="{D6D7F994-7B23-4B30-9E0D-141B518001FB}" dt="2025-09-03T15:29:32.545" v="122" actId="207"/>
            <ac:spMkLst>
              <pc:docMk/>
              <pc:sldMasterMk cId="661577070" sldId="2147483648"/>
              <pc:sldLayoutMk cId="1862163226" sldId="2147483660"/>
              <ac:spMk id="7" creationId="{D9290BF2-0C25-514A-9D89-51E5C7543451}"/>
            </ac:spMkLst>
          </pc:spChg>
        </pc:sldLayoutChg>
        <pc:sldLayoutChg chg="modSp mod">
          <pc:chgData name="Alessio Bellino" userId="4d67f9ee-b7e6-436d-9ca9-011d058f5ab9" providerId="ADAL" clId="{D6D7F994-7B23-4B30-9E0D-141B518001FB}" dt="2025-09-03T15:49:36.430" v="140" actId="404"/>
          <pc:sldLayoutMkLst>
            <pc:docMk/>
            <pc:sldMasterMk cId="661577070" sldId="2147483648"/>
            <pc:sldLayoutMk cId="4274332006" sldId="2147483661"/>
          </pc:sldLayoutMkLst>
          <pc:spChg chg="mod">
            <ac:chgData name="Alessio Bellino" userId="4d67f9ee-b7e6-436d-9ca9-011d058f5ab9" providerId="ADAL" clId="{D6D7F994-7B23-4B30-9E0D-141B518001FB}" dt="2025-09-03T15:49:36.430" v="140" actId="404"/>
            <ac:spMkLst>
              <pc:docMk/>
              <pc:sldMasterMk cId="661577070" sldId="2147483648"/>
              <pc:sldLayoutMk cId="4274332006" sldId="2147483661"/>
              <ac:spMk id="2" creationId="{D7FA4241-75AB-E168-9F15-606C0FA2D9CB}"/>
            </ac:spMkLst>
          </pc:spChg>
          <pc:spChg chg="mod">
            <ac:chgData name="Alessio Bellino" userId="4d67f9ee-b7e6-436d-9ca9-011d058f5ab9" providerId="ADAL" clId="{D6D7F994-7B23-4B30-9E0D-141B518001FB}" dt="2025-09-03T15:29:00.051" v="110" actId="207"/>
            <ac:spMkLst>
              <pc:docMk/>
              <pc:sldMasterMk cId="661577070" sldId="2147483648"/>
              <pc:sldLayoutMk cId="4274332006" sldId="2147483661"/>
              <ac:spMk id="6" creationId="{A414259A-EE28-0473-21CE-0257CE7539E5}"/>
            </ac:spMkLst>
          </pc:spChg>
        </pc:sldLayoutChg>
        <pc:sldLayoutChg chg="modSp mod">
          <pc:chgData name="Alessio Bellino" userId="4d67f9ee-b7e6-436d-9ca9-011d058f5ab9" providerId="ADAL" clId="{D6D7F994-7B23-4B30-9E0D-141B518001FB}" dt="2025-09-03T15:49:33.029" v="138" actId="404"/>
          <pc:sldLayoutMkLst>
            <pc:docMk/>
            <pc:sldMasterMk cId="661577070" sldId="2147483648"/>
            <pc:sldLayoutMk cId="708463557" sldId="2147483662"/>
          </pc:sldLayoutMkLst>
          <pc:spChg chg="mod">
            <ac:chgData name="Alessio Bellino" userId="4d67f9ee-b7e6-436d-9ca9-011d058f5ab9" providerId="ADAL" clId="{D6D7F994-7B23-4B30-9E0D-141B518001FB}" dt="2025-09-03T15:49:33.029" v="138" actId="404"/>
            <ac:spMkLst>
              <pc:docMk/>
              <pc:sldMasterMk cId="661577070" sldId="2147483648"/>
              <pc:sldLayoutMk cId="708463557" sldId="2147483662"/>
              <ac:spMk id="2" creationId="{D7FA4241-75AB-E168-9F15-606C0FA2D9CB}"/>
            </ac:spMkLst>
          </pc:spChg>
          <pc:spChg chg="mod">
            <ac:chgData name="Alessio Bellino" userId="4d67f9ee-b7e6-436d-9ca9-011d058f5ab9" providerId="ADAL" clId="{D6D7F994-7B23-4B30-9E0D-141B518001FB}" dt="2025-09-03T15:29:00.547" v="111" actId="207"/>
            <ac:spMkLst>
              <pc:docMk/>
              <pc:sldMasterMk cId="661577070" sldId="2147483648"/>
              <pc:sldLayoutMk cId="708463557" sldId="2147483662"/>
              <ac:spMk id="6" creationId="{A414259A-EE28-0473-21CE-0257CE7539E5}"/>
            </ac:spMkLst>
          </pc:spChg>
        </pc:sldLayoutChg>
        <pc:sldLayoutChg chg="modSp mod">
          <pc:chgData name="Alessio Bellino" userId="4d67f9ee-b7e6-436d-9ca9-011d058f5ab9" providerId="ADAL" clId="{D6D7F994-7B23-4B30-9E0D-141B518001FB}" dt="2025-09-03T15:49:48.493" v="146" actId="404"/>
          <pc:sldLayoutMkLst>
            <pc:docMk/>
            <pc:sldMasterMk cId="661577070" sldId="2147483648"/>
            <pc:sldLayoutMk cId="1162041891" sldId="2147483663"/>
          </pc:sldLayoutMkLst>
          <pc:spChg chg="mod">
            <ac:chgData name="Alessio Bellino" userId="4d67f9ee-b7e6-436d-9ca9-011d058f5ab9" providerId="ADAL" clId="{D6D7F994-7B23-4B30-9E0D-141B518001FB}" dt="2025-09-03T15:49:48.493" v="146" actId="404"/>
            <ac:spMkLst>
              <pc:docMk/>
              <pc:sldMasterMk cId="661577070" sldId="2147483648"/>
              <pc:sldLayoutMk cId="1162041891" sldId="2147483663"/>
              <ac:spMk id="2" creationId="{D7FA4241-75AB-E168-9F15-606C0FA2D9CB}"/>
            </ac:spMkLst>
          </pc:spChg>
          <pc:spChg chg="mod">
            <ac:chgData name="Alessio Bellino" userId="4d67f9ee-b7e6-436d-9ca9-011d058f5ab9" providerId="ADAL" clId="{D6D7F994-7B23-4B30-9E0D-141B518001FB}" dt="2025-09-03T15:49:46.156" v="144" actId="403"/>
            <ac:spMkLst>
              <pc:docMk/>
              <pc:sldMasterMk cId="661577070" sldId="2147483648"/>
              <pc:sldLayoutMk cId="1162041891" sldId="2147483663"/>
              <ac:spMk id="6" creationId="{A414259A-EE28-0473-21CE-0257CE7539E5}"/>
            </ac:spMkLst>
          </pc:sp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condicional simple sabe qué hacer SI algo ocurre; si no ocurre, no hace nada. Pero ¿y si quisiéramos que hiciera algo distinto en cada caso? Los programas más potentes necesitan un Plan B. En esta misión, aprenderás a programar dos caminos diferentes con el condicional 'SI... SINO...' (If… Else…). Crearemos un despertador inteligente que se comporta como un girasol: sabe cuándo 'despertar' con la luz y cuándo 'dormir' en la oscuridad.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Dentro del `bucle principal`, el bloque `si... sino...` toma el control total. En cada ciclo, evalúa la condición `intensidad de la luz &gt; 50`. Si es verdadera, se ejecuta el primer grupo de bloques (la alarma se activa). Si es falsa, se salta el primer grupo y se ejecuta el segundo (la alarma se apaga). El programa siempre está eligiendo uno de estos dos caminos, sin dudarlo.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290BF2-0C25-514A-9D89-51E5C7543451}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1EBC41C-1973-BA75-6DA5-7476F2924EA7}"/>
              </a:ext>
            </a:extLst>
          </p:cNvPr>
          <p:cNvSpPr/>
          <p:nvPr userDrawn="1"/>
        </p:nvSpPr>
        <p:spPr>
          <a:xfrm>
            <a:off x="313509" y="1384663"/>
            <a:ext cx="11529241" cy="5130437"/>
          </a:xfrm>
          <a:prstGeom prst="roundRect">
            <a:avLst>
              <a:gd name="adj" fmla="val 3565"/>
            </a:avLst>
          </a:prstGeom>
          <a:solidFill>
            <a:srgbClr val="FACC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52E439-A5BF-EE24-C08E-1F9F20701E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250" y="332438"/>
            <a:ext cx="9702800" cy="498598"/>
          </a:xfrm>
        </p:spPr>
        <p:txBody>
          <a:bodyPr lIns="0" tIns="0" rIns="0" bIns="0" anchor="ctr" anchorCtr="0">
            <a:spAutoFit/>
          </a:bodyPr>
          <a:lstStyle>
            <a:lvl1pPr algn="l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2B2810-E0CF-406E-4F44-3A1E40441D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9394" y="3354907"/>
            <a:ext cx="2755326" cy="2828179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4B69F6-FE45-27AD-6411-FD4BBF3B0AE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84945" y="1769366"/>
            <a:ext cx="7745054" cy="4413720"/>
          </a:xfrm>
          <a:prstGeom prst="roundRect">
            <a:avLst>
              <a:gd name="adj" fmla="val 3456"/>
            </a:avLst>
          </a:prstGeom>
          <a:noFill/>
          <a:ln w="571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B9BB7E5-C85F-0334-276C-7C712C2ED2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02626" y="388103"/>
            <a:ext cx="1640124" cy="36973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079A8B7-BAF0-EF58-AC85-EFDE61C90324}"/>
              </a:ext>
            </a:extLst>
          </p:cNvPr>
          <p:cNvGrpSpPr/>
          <p:nvPr userDrawn="1"/>
        </p:nvGrpSpPr>
        <p:grpSpPr>
          <a:xfrm>
            <a:off x="719394" y="1776715"/>
            <a:ext cx="1383463" cy="1317216"/>
            <a:chOff x="1784610" y="2330845"/>
            <a:chExt cx="1383463" cy="131721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6EA8E70E-EF90-8C91-7557-6DA5901AE857}"/>
                </a:ext>
              </a:extLst>
            </p:cNvPr>
            <p:cNvSpPr/>
            <p:nvPr userDrawn="1"/>
          </p:nvSpPr>
          <p:spPr>
            <a:xfrm>
              <a:off x="1784610" y="2330845"/>
              <a:ext cx="1383463" cy="1317216"/>
            </a:xfrm>
            <a:prstGeom prst="roundRect">
              <a:avLst>
                <a:gd name="adj" fmla="val 840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D9C78F5D-0C65-AD3C-3EA2-AE6C8BBC813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72559" y="2451078"/>
              <a:ext cx="807564" cy="10767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52119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-to-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290BF2-0C25-514A-9D89-51E5C754345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52E439-A5BF-EE24-C08E-1F9F20701E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517" y="352860"/>
            <a:ext cx="11489043" cy="498598"/>
          </a:xfrm>
        </p:spPr>
        <p:txBody>
          <a:bodyPr wrap="square" lIns="0" tIns="0" rIns="0" bIns="0" anchor="ctr" anchorCtr="0">
            <a:spAutoFit/>
          </a:bodyPr>
          <a:lstStyle>
            <a:lvl1pPr algn="ctr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4B69F6-FE45-27AD-6411-FD4BBF3B0AE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41138" y="1197600"/>
            <a:ext cx="9331959" cy="5318057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5715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163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_shape">
            <a:extLst>
              <a:ext uri="{FF2B5EF4-FFF2-40B4-BE49-F238E27FC236}">
                <a16:creationId xmlns:a16="http://schemas.microsoft.com/office/drawing/2014/main" id="{A9CE6CAF-4FD0-1FA1-1965-C06A9FCE86E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A4241-75AB-E168-9F15-606C0FA2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629" y="405753"/>
            <a:ext cx="11509172" cy="498598"/>
          </a:xfrm>
        </p:spPr>
        <p:txBody>
          <a:bodyPr wrap="square" lIns="0" tIns="0" rIns="0" bIns="0">
            <a:spAutoFit/>
          </a:bodyPr>
          <a:lstStyle>
            <a:lvl1pPr algn="l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A157ECE-584D-D58C-7F05-1EEA65307A8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468" y="2107350"/>
            <a:ext cx="7742784" cy="4412426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5715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D1E4EC-C8D3-C56F-F489-179CD2CF7B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469867" y="2107347"/>
            <a:ext cx="3379665" cy="4412427"/>
          </a:xfrm>
          <a:prstGeom prst="roundRect">
            <a:avLst>
              <a:gd name="adj" fmla="val 4602"/>
            </a:avLst>
          </a:prstGeom>
          <a:solidFill>
            <a:srgbClr val="000000">
              <a:alpha val="50000"/>
            </a:srgbClr>
          </a:solidFill>
        </p:spPr>
        <p:txBody>
          <a:bodyPr anchor="ctr" anchorCtr="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8460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_shape">
            <a:extLst>
              <a:ext uri="{FF2B5EF4-FFF2-40B4-BE49-F238E27FC236}">
                <a16:creationId xmlns:a16="http://schemas.microsoft.com/office/drawing/2014/main" id="{A9CE6CAF-4FD0-1FA1-1965-C06A9FCE86E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A4241-75AB-E168-9F15-606C0FA2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07" y="401133"/>
            <a:ext cx="11505434" cy="498598"/>
          </a:xfrm>
        </p:spPr>
        <p:txBody>
          <a:bodyPr wrap="square" lIns="0" tIns="0" rIns="0" bIns="0">
            <a:spAutoFit/>
          </a:bodyPr>
          <a:lstStyle>
            <a:lvl1pPr algn="l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A157ECE-584D-D58C-7F05-1EEA65307A8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5152" y="1376583"/>
            <a:ext cx="5483524" cy="3124928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5715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D1E4EC-C8D3-C56F-F489-179CD2CF7B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5151" y="4836160"/>
            <a:ext cx="11505434" cy="1692886"/>
          </a:xfrm>
          <a:prstGeom prst="roundRect">
            <a:avLst>
              <a:gd name="adj" fmla="val 9302"/>
            </a:avLst>
          </a:prstGeom>
          <a:solidFill>
            <a:srgbClr val="000000">
              <a:alpha val="40000"/>
            </a:srgbClr>
          </a:solidFill>
        </p:spPr>
        <p:txBody>
          <a:bodyPr anchor="ctr" anchorCtr="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0DF48D15-1243-3CFE-9BF8-52297AA92F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63324" y="1376583"/>
            <a:ext cx="5483524" cy="3124928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5715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857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-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_shape">
            <a:extLst>
              <a:ext uri="{FF2B5EF4-FFF2-40B4-BE49-F238E27FC236}">
                <a16:creationId xmlns:a16="http://schemas.microsoft.com/office/drawing/2014/main" id="{A9CE6CAF-4FD0-1FA1-1965-C06A9FCE86E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A4241-75AB-E168-9F15-606C0FA2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845" y="399603"/>
            <a:ext cx="11516880" cy="498598"/>
          </a:xfrm>
        </p:spPr>
        <p:txBody>
          <a:bodyPr wrap="square" lIns="0" tIns="0" rIns="0" bIns="0">
            <a:spAutoFit/>
          </a:bodyPr>
          <a:lstStyle>
            <a:lvl1pPr algn="ctr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A157ECE-584D-D58C-7F05-1EEA65307A8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3375" y="1346630"/>
            <a:ext cx="3577086" cy="2038495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D1E4EC-C8D3-C56F-F489-179CD2CF7B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75" y="3774775"/>
            <a:ext cx="11524350" cy="2757636"/>
          </a:xfrm>
          <a:prstGeom prst="roundRect">
            <a:avLst>
              <a:gd name="adj" fmla="val 4836"/>
            </a:avLst>
          </a:prstGeom>
          <a:solidFill>
            <a:srgbClr val="000000">
              <a:alpha val="40000"/>
            </a:srgbClr>
          </a:solidFill>
        </p:spPr>
        <p:txBody>
          <a:bodyPr anchor="ctr" anchorCtr="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2FA5519-3AB3-CEC1-AE02-532EC2CCB4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07007" y="1346630"/>
            <a:ext cx="3577086" cy="2038495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31B82278-DD8A-4CE0-788E-1B913AF1EB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80639" y="1346630"/>
            <a:ext cx="3577086" cy="2038495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620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-img">
    <p:bg>
      <p:bgPr>
        <a:solidFill>
          <a:srgbClr val="000000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_shape">
            <a:extLst>
              <a:ext uri="{FF2B5EF4-FFF2-40B4-BE49-F238E27FC236}">
                <a16:creationId xmlns:a16="http://schemas.microsoft.com/office/drawing/2014/main" id="{A9CE6CAF-4FD0-1FA1-1965-C06A9FCE86E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A4241-75AB-E168-9F15-606C0FA2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745" y="396509"/>
            <a:ext cx="11508510" cy="498598"/>
          </a:xfrm>
        </p:spPr>
        <p:txBody>
          <a:bodyPr wrap="square" lIns="0" tIns="0" rIns="0" bIns="0">
            <a:spAutoFit/>
          </a:bodyPr>
          <a:lstStyle>
            <a:lvl1pPr algn="ctr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EE5EA41-8A93-19E6-0938-921548C160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6974" y="1330039"/>
            <a:ext cx="3898598" cy="2221717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3A5CA17-0E07-7C00-D057-B222092BBE9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93018" y="1335991"/>
            <a:ext cx="3062205" cy="5180899"/>
          </a:xfrm>
          <a:prstGeom prst="roundRect">
            <a:avLst>
              <a:gd name="adj" fmla="val 3016"/>
            </a:avLst>
          </a:prstGeom>
          <a:solidFill>
            <a:schemeClr val="tx1">
              <a:lumMod val="85000"/>
              <a:lumOff val="15000"/>
            </a:schemeClr>
          </a:solidFill>
        </p:spPr>
        <p:txBody>
          <a:bodyPr anchor="ctr" anchorCtr="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F876292C-B4E7-FCE3-1E74-154C919298A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540373" y="1330039"/>
            <a:ext cx="3898598" cy="2221717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6F44FAD5-85C0-5126-BEBB-39AE9016406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36974" y="4295174"/>
            <a:ext cx="3898598" cy="2221717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15C401-2708-BE2C-313C-6E972121150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40373" y="4295174"/>
            <a:ext cx="3898598" cy="2221717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266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eate-ste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_cc">
            <a:extLst>
              <a:ext uri="{FF2B5EF4-FFF2-40B4-BE49-F238E27FC236}">
                <a16:creationId xmlns:a16="http://schemas.microsoft.com/office/drawing/2014/main" id="{A414259A-EE28-0473-21CE-0257CE7539E5}"/>
              </a:ext>
            </a:extLst>
          </p:cNvPr>
          <p:cNvSpPr/>
          <p:nvPr userDrawn="1"/>
        </p:nvSpPr>
        <p:spPr>
          <a:xfrm>
            <a:off x="-4762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A4241-75AB-E168-9F15-606C0FA2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427844"/>
            <a:ext cx="11515727" cy="498598"/>
          </a:xfrm>
        </p:spPr>
        <p:txBody>
          <a:bodyPr lIns="0" tIns="0" rIns="0" bIns="0">
            <a:spAutoFit/>
          </a:bodyPr>
          <a:lstStyle>
            <a:lvl1pPr algn="l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D1E4EC-C8D3-C56F-F489-179CD2CF7B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75" y="2114549"/>
            <a:ext cx="11515726" cy="4448176"/>
          </a:xfrm>
          <a:prstGeom prst="roundRect">
            <a:avLst>
              <a:gd name="adj" fmla="val 0"/>
            </a:avLst>
          </a:prstGeom>
          <a:noFill/>
        </p:spPr>
        <p:txBody>
          <a:bodyPr lIns="0" tIns="0" rIns="0" bIns="0" anchor="ctr" anchorCtr="0">
            <a:normAutofit/>
          </a:bodyPr>
          <a:lstStyle>
            <a:lvl1pPr marL="342900" indent="-342900"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D11CD461-B056-D4E2-C5FA-0426E6C2FFF6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333375" y="1318188"/>
            <a:ext cx="11515726" cy="387798"/>
          </a:xfrm>
        </p:spPr>
        <p:txBody>
          <a:bodyPr lIns="0" tIns="0" rIns="0" bIns="0">
            <a:sp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Place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463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-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_cc">
            <a:extLst>
              <a:ext uri="{FF2B5EF4-FFF2-40B4-BE49-F238E27FC236}">
                <a16:creationId xmlns:a16="http://schemas.microsoft.com/office/drawing/2014/main" id="{A414259A-EE28-0473-21CE-0257CE7539E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A4241-75AB-E168-9F15-606C0FA2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63" y="347332"/>
            <a:ext cx="11508537" cy="678672"/>
          </a:xfrm>
        </p:spPr>
        <p:txBody>
          <a:bodyPr lIns="0" tIns="0" rIns="0" bIns="0">
            <a:normAutofit/>
          </a:bodyPr>
          <a:lstStyle>
            <a:lvl1pPr algn="l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A157ECE-584D-D58C-7F05-1EEA65307A8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0563" y="2447348"/>
            <a:ext cx="7571494" cy="4072184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D1E4EC-C8D3-C56F-F489-179CD2CF7B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0563" y="1403404"/>
            <a:ext cx="11508537" cy="699551"/>
          </a:xfrm>
          <a:prstGeom prst="roundRect">
            <a:avLst>
              <a:gd name="adj" fmla="val 5043"/>
            </a:avLst>
          </a:prstGeom>
          <a:noFill/>
        </p:spPr>
        <p:txBody>
          <a:bodyPr lIns="0" tIns="0" rIns="0" anchor="ctr" anchorCtr="0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</a:t>
            </a:r>
          </a:p>
          <a:p>
            <a:pPr lvl="0"/>
            <a:r>
              <a:rPr lang="en-US" dirty="0"/>
              <a:t>Master text styles</a:t>
            </a:r>
          </a:p>
        </p:txBody>
      </p:sp>
      <p:sp>
        <p:nvSpPr>
          <p:cNvPr id="5" name="Callout: Down Arrow 4">
            <a:extLst>
              <a:ext uri="{FF2B5EF4-FFF2-40B4-BE49-F238E27FC236}">
                <a16:creationId xmlns:a16="http://schemas.microsoft.com/office/drawing/2014/main" id="{BAE4049F-C3AB-1C61-89BD-6C81A2CCB192}"/>
              </a:ext>
            </a:extLst>
          </p:cNvPr>
          <p:cNvSpPr/>
          <p:nvPr userDrawn="1"/>
        </p:nvSpPr>
        <p:spPr>
          <a:xfrm>
            <a:off x="9586829" y="2581720"/>
            <a:ext cx="966159" cy="957532"/>
          </a:xfrm>
          <a:prstGeom prst="downArrowCallout">
            <a:avLst>
              <a:gd name="adj1" fmla="val 25000"/>
              <a:gd name="adj2" fmla="val 25000"/>
              <a:gd name="adj3" fmla="val 22297"/>
              <a:gd name="adj4" fmla="val 6497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Link</a:t>
            </a:r>
          </a:p>
          <a:p>
            <a:pPr algn="ctr"/>
            <a:r>
              <a:rPr lang="es-CL" dirty="0">
                <a:solidFill>
                  <a:schemeClr val="tx1"/>
                </a:solidFill>
              </a:rPr>
              <a:t>Online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85FE893F-47A3-E5F7-1212-48465408B0C7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8290719" y="3797514"/>
            <a:ext cx="3558381" cy="2597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https://example.com/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332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lect-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_cc">
            <a:extLst>
              <a:ext uri="{FF2B5EF4-FFF2-40B4-BE49-F238E27FC236}">
                <a16:creationId xmlns:a16="http://schemas.microsoft.com/office/drawing/2014/main" id="{A414259A-EE28-0473-21CE-0257CE7539E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A4241-75AB-E168-9F15-606C0FA2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039" y="328282"/>
            <a:ext cx="11518062" cy="665027"/>
          </a:xfrm>
        </p:spPr>
        <p:txBody>
          <a:bodyPr lIns="0" tIns="0" rIns="0" bIns="0">
            <a:normAutofit/>
          </a:bodyPr>
          <a:lstStyle>
            <a:lvl1pPr algn="l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E9633AA3-1F01-FC54-9584-5A176A246101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7893693" y="1371600"/>
            <a:ext cx="3955408" cy="5158118"/>
          </a:xfrm>
          <a:prstGeom prst="roundRect">
            <a:avLst>
              <a:gd name="adj" fmla="val 4940"/>
            </a:avLst>
          </a:prstGeom>
          <a:solidFill>
            <a:schemeClr val="bg1"/>
          </a:solidFill>
        </p:spPr>
        <p:txBody>
          <a:bodyPr lIns="365760" tIns="365760" rIns="365760" bIns="365760" anchor="ctr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205E5FA-6881-9803-B9CE-B9F6C0D42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037" y="1371600"/>
            <a:ext cx="7231619" cy="51816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2041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843740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E91179-C1CD-A08D-D9B7-A92C32FCB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2CB0B4-6181-CC09-113A-CBA6A84A2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61577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6" r:id="rId3"/>
    <p:sldLayoutId id="2147483657" r:id="rId4"/>
    <p:sldLayoutId id="2147483658" r:id="rId5"/>
    <p:sldLayoutId id="2147483659" r:id="rId6"/>
    <p:sldLayoutId id="2147483662" r:id="rId7"/>
    <p:sldLayoutId id="2147483661" r:id="rId8"/>
    <p:sldLayoutId id="2147483663" r:id="rId9"/>
    <p:sldLayoutId id="2147483655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egoe UI" panose="020B0502040204020203" pitchFamily="34" charset="0"/>
          <a:ea typeface="Verdana" panose="020B0604030504040204" pitchFamily="34" charset="0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Verdana" panose="020B0604030504040204" pitchFamily="34" charset="0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Segoe UI" panose="020B0502040204020203" pitchFamily="34" charset="0"/>
          <a:ea typeface="Verdana" panose="020B0604030504040204" pitchFamily="34" charset="0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Verdana" panose="020B0604030504040204" pitchFamily="34" charset="0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Verdana" panose="020B0604030504040204" pitchFamily="34" charset="0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Verdana" panose="020B0604030504040204" pitchFamily="34" charset="0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hyperlink" Target="https://app.protobject.com/generate?equivalent-despertador-por-la-manana&amp;es&amp;dynamic&amp;-1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74216A-BFA6-9732-A49C-32CF61E454ED}"/>
              </a:ext>
            </a:extLst>
          </p:cNvPr>
          <p:cNvSpPr txBox="1"/>
          <p:nvPr/>
        </p:nvSpPr>
        <p:spPr>
          <a:xfrm>
            <a:off x="765048" y="2340864"/>
            <a:ext cx="10661904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Esta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presentación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se genera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automáticamente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Puedes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modificarla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a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tu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criterio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y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añadir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cualquier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contenido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adicional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que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desees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DDBF746-CBFF-7D5E-0904-0C23A0CCAA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5048" y="735575"/>
            <a:ext cx="1640124" cy="369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577834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El Despertador de Girasol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Aprende a manejar dos caminos con la lógica 'Si... Sino...' (If… Else…). Construye un despertador inteligente que se activa con la luz, como un girasol que se despierta con el sol.</a:t>
            </a:r>
          </a:p>
        </p:txBody>
      </p:sp>
      <p:pic>
        <p:nvPicPr>
          <p:cNvPr id="4" name="Picture Placeholder 3" descr="src_16.2-sunflower-alarm-clock_16.2-el-despertador-de-girasol.png"/>
          <p:cNvPicPr>
            <a:picLocks noGrp="1" noChangeAspect="1"/>
          </p:cNvPicPr>
          <p:nvPr>
            <p:ph type="pic" idx="11" sz="quarter"/>
          </p:nvPr>
        </p:nvPicPr>
        <p:blipFill>
          <a:blip r:embed="rId3"/>
          <a:srcRect/>
          <a:stretch>
            <a:fillRect/>
          </a:stretch>
        </p:blipFill>
        <p:spPr>
          <a:xfrm>
            <a:off x="3684945" y="1797930"/>
            <a:ext cx="7745054" cy="4356592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¿Qué haremos?</a:t>
            </a:r>
          </a:p>
        </p:txBody>
      </p:sp>
      <p:pic>
        <p:nvPicPr>
          <p:cNvPr id="3" name="16.2_sunflower_alarm_clock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41138" y="1232015"/>
            <a:ext cx="9331959" cy="52492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Más Allá del 'Si': El Poder del 'Sino'</a:t>
            </a:r>
          </a:p>
        </p:txBody>
      </p:sp>
      <p:pic>
        <p:nvPicPr>
          <p:cNvPr id="3" name="Picture Placeholder 2" descr="src_16.2-sunflower-alarm-clock_a-else.es.png"/>
          <p:cNvPicPr>
            <a:picLocks noGrp="1" noChangeAspect="1"/>
          </p:cNvPicPr>
          <p:nvPr>
            <p:ph type="pic" idx="11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342468" y="2135905"/>
            <a:ext cx="7742784" cy="4355316"/>
          </a:xfrm>
        </p:spPr>
      </p:pic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rmAutofit/>
          </a:bodyPr>
          <a:lstStyle/>
          <a:p>
            <a:r>
              <a:rPr sz="1400"/>
              <a:t>El bloque "Si..." es genial, pero a veces necesitamos un Plan B. El bloque </a:t>
            </a:r>
            <a:r>
              <a:rPr sz="1400" b="1"/>
              <a:t>"Sino"</a:t>
            </a:r>
            <a:r>
              <a:rPr sz="1400"/>
              <a:t> (o "else" en inglés) nos da exactamente eso.</a:t>
            </a:r>
          </a:p>
          <a:p>
            <a:r>
              <a:rPr sz="1400"/>
              <a:t>La estructura completa </a:t>
            </a:r>
            <a:r>
              <a:rPr sz="1400" b="1"/>
              <a:t>"Si... Sino..."</a:t>
            </a:r>
            <a:r>
              <a:rPr sz="1400"/>
              <a:t> le da al programa un conjunto de instrucciones a prueba de todo: </a:t>
            </a:r>
            <a:r>
              <a:rPr sz="1400" b="1"/>
              <a:t>SI</a:t>
            </a:r>
            <a:r>
              <a:rPr sz="1400"/>
              <a:t> esta condición es verdadera, ejecuta el primer bloque de código. </a:t>
            </a:r>
            <a:r>
              <a:rPr sz="1400" b="1"/>
              <a:t>SINO</a:t>
            </a:r>
            <a:r>
              <a:rPr sz="1400"/>
              <a:t> (en cualquier otro caso, es decir, si la condición es falsa), ejecuta este segundo bloque de código.</a:t>
            </a:r>
          </a:p>
          <a:p>
            <a:r>
              <a:rPr sz="1400"/>
              <a:t>El programa siempre elegirá uno de los dos caminos. Nunca ambos, y nunca ninguno.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Sensores de Luz y Umbrales</a:t>
            </a:r>
          </a:p>
        </p:txBody>
      </p:sp>
      <p:pic>
        <p:nvPicPr>
          <p:cNvPr id="3" name="Picture Placeholder 2" descr="src_16.2-sunflower-alarm-clock_b-light-sensor.es.png"/>
          <p:cNvPicPr>
            <a:picLocks noGrp="1" noChangeAspect="1"/>
          </p:cNvPicPr>
          <p:nvPr>
            <p:ph type="pic" idx="11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342468" y="2135905"/>
            <a:ext cx="7742784" cy="4355316"/>
          </a:xfrm>
        </p:spPr>
      </p:pic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rmAutofit/>
          </a:bodyPr>
          <a:lstStyle/>
          <a:p>
            <a:r>
              <a:rPr sz="1500"/>
              <a:t>Tu celular tiene un </a:t>
            </a:r>
            <a:r>
              <a:rPr sz="1500" b="1"/>
              <a:t>sensor de luz ambiental</a:t>
            </a:r>
            <a:r>
              <a:rPr sz="1500"/>
              <a:t> que mide qué tan brillante es tu entorno y lo convierte en un número. Pero, ¿cómo decide un programa si es "de día" o "de noche"?</a:t>
            </a:r>
          </a:p>
          <a:p>
            <a:r>
              <a:rPr sz="1500"/>
              <a:t>Para eso, establecemos un </a:t>
            </a:r>
            <a:r>
              <a:rPr sz="1500" b="1"/>
              <a:t>umbral</a:t>
            </a:r>
            <a:r>
              <a:rPr sz="1500"/>
              <a:t>, que es simplemente un "punto de corte". En nuestro proyecto, el umbral será el número `50`. Si el sensor lee un valor por encima de 50, nuestro programa considerará que es "de día". Si lee un valor por debajo, considerará que es "de noche".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Lógica del Girasol</a:t>
            </a:r>
          </a:p>
        </p:txBody>
      </p:sp>
      <p:pic>
        <p:nvPicPr>
          <p:cNvPr id="3" name="Picture Placeholder 2" descr="src_16.2-sunflower-alarm-clock_c-light-sensor-conditions.es.png"/>
          <p:cNvPicPr>
            <a:picLocks noGrp="1" noChangeAspect="1"/>
          </p:cNvPicPr>
          <p:nvPr>
            <p:ph type="pic" idx="11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342468" y="2135905"/>
            <a:ext cx="7742784" cy="4355316"/>
          </a:xfrm>
        </p:spPr>
      </p:pic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rmAutofit/>
          </a:bodyPr>
          <a:lstStyle/>
          <a:p>
            <a:r>
              <a:rPr sz="1600"/>
              <a:t>Ahora podemos combinar nuestras ideas para crear el despertador:</a:t>
            </a:r>
          </a:p>
          <a:p>
            <a:pPr/>
            <a:r>
              <a:rPr sz="1600"/>
              <a:t/>
            </a:r>
            <a:r>
              <a:rPr sz="1600" b="1"/>
              <a:t>Condición:</a:t>
            </a:r>
            <a:r>
              <a:rPr sz="1600"/>
              <a:t> ¿Es el valor del sensor de luz mayor que 50?</a:t>
            </a:r>
          </a:p>
          <a:p>
            <a:pPr/>
            <a:r>
              <a:rPr sz="1600"/>
              <a:t/>
            </a:r>
            <a:r>
              <a:rPr sz="1600" b="1"/>
              <a:t>SI es VERDADERO (hay luz):</a:t>
            </a:r>
            <a:r>
              <a:rPr sz="1600"/>
              <a:t> ¡Hora de despertar! Ejecuta el código del camino "Si": dibuja un sol y hace sonar la alarma.</a:t>
            </a:r>
          </a:p>
          <a:p>
            <a:pPr/>
            <a:r>
              <a:rPr sz="1600"/>
              <a:t/>
            </a:r>
            <a:r>
              <a:rPr sz="1600" b="1"/>
              <a:t>SINO (es FALSO, está oscuro):</a:t>
            </a:r>
            <a:r>
              <a:rPr sz="1600"/>
              <a:t> ¡A seguir durmiendo! Ejecuta el código del camino "Sino": apaga la alarma y la pantalla.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rmAutofit/>
          </a:bodyPr>
          <a:lstStyle/>
          <a:p>
            <a:r>
              <a:rPr sz="3000"/>
              <a:t>Necesitaremos 3 componentes en nuestro celular: </a:t>
            </a:r>
            <a:r>
              <a:rPr sz="3000" b="1"/>
              <a:t>IntensidadLuz</a:t>
            </a:r>
            <a:r>
              <a:rPr sz="3000"/>
              <a:t> para 'ver' el amanecer, </a:t>
            </a:r>
            <a:r>
              <a:rPr sz="3000" b="1"/>
              <a:t>TecladoMusical</a:t>
            </a:r>
            <a:r>
              <a:rPr sz="3000"/>
              <a:t> para la alarma del despertador, y </a:t>
            </a:r>
            <a:r>
              <a:rPr sz="3000" b="1"/>
              <a:t>DibujoLED</a:t>
            </a:r>
            <a:r>
              <a:rPr sz="3000"/>
              <a:t> para mostrar un sol.</a:t>
            </a:r>
          </a:p>
          <a:p>
            <a:r>
              <a:rPr sz="3000"/>
              <a:t>Recuerda escanear todos los códigos QR en el mismo dispositivo.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idx="14" sz="quarter"/>
          </p:nvPr>
        </p:nvSpPr>
        <p:spPr/>
        <p:txBody>
          <a:bodyPr/>
          <a:p>
            <a:r>
              <a:rPr sz="1400"/>
              <a:t>¡Construyamos el despertador de girasol!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Composición del Código</a:t>
            </a:r>
          </a:p>
        </p:txBody>
      </p:sp>
      <p:pic>
        <p:nvPicPr>
          <p:cNvPr id="3" name="Picture Placeholder 2" descr="screenshot_93291947ee52c7944795302035989337.png"/>
          <p:cNvPicPr>
            <a:picLocks noGrp="1" noChangeAspect="1"/>
          </p:cNvPicPr>
          <p:nvPr>
            <p:ph type="pic" idx="11" sz="quarter"/>
          </p:nvPr>
        </p:nvPicPr>
        <p:blipFill>
          <a:blip r:embed="rId3"/>
          <a:srcRect/>
          <a:stretch>
            <a:fillRect/>
          </a:stretch>
        </p:blipFill>
        <p:spPr>
          <a:xfrm>
            <a:off x="2405583" y="2447348"/>
            <a:ext cx="3441454" cy="4072184"/>
          </a:xfrm>
        </p:spPr>
      </p:pic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rmAutofit/>
          </a:bodyPr>
          <a:lstStyle/>
          <a:p>
            <a:r>
              <a:rPr sz="1200"/>
              <a:t>Dentro del `bucle principal`, el bloque `si... sino...` toma el control total. En cada ciclo, evalúa la condición `intensidad de la luz &gt; 50`.</a:t>
            </a:r>
          </a:p>
        </p:txBody>
      </p:sp>
      <p:sp>
        <p:nvSpPr>
          <p:cNvPr id="5" name="Chart Placeholder 4"/>
          <p:cNvSpPr>
            <a:spLocks noGrp="1"/>
          </p:cNvSpPr>
          <p:nvPr>
            <p:ph type="chart" idx="14" sz="quarter"/>
          </p:nvPr>
        </p:nvSpPr>
        <p:spPr/>
        <p:txBody>
          <a:bodyPr/>
          <a:p>
            <a:r>
              <a:rPr u="sng">
                <a:solidFill>
                  <a:srgbClr val="0000FF"/>
                </a:solidFill>
                <a:hlinkClick r:id="rId4"/>
              </a:rPr>
              <a:t>Ver el programa completo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Reflexiona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sz="2400"/>
              <a:t>¿Cuál es la diferencia fundamental entre un condicional "Si" y un "Si... Sino..."? ¿Cuándo usarías cada uno?</a:t>
            </a:r>
          </a:p>
          <a:p>
            <a:r>
              <a:rPr sz="2400"/>
              <a:t>¿Qué es un "umbral" y por qué es tan importante para que los programas tomen decisiones basadas en sensores?</a:t>
            </a:r>
          </a:p>
          <a:p>
            <a:r>
              <a:rPr sz="2400"/>
              <a:t>Nuestro despertador se activa con la luz. ¿Cómo cambiarías la condición para que el sol se encienda *en la oscuridad*? ¿Y qué </a:t>
            </a:r>
            <a:r>
              <a:rPr sz="2400" b="1"/>
              <a:t>más</a:t>
            </a:r>
            <a:r>
              <a:rPr sz="2400"/>
              <a:t> tendrías que cambiar para que sea una luz de noche de verdad, y no una alarma nocturna?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Desafío</a:t>
            </a:r>
          </a:p>
        </p:txBody>
      </p:sp>
      <p:pic>
        <p:nvPicPr>
          <p:cNvPr id="3" name="Picture Placeholder 2" descr="src_16.2-sunflower-alarm-clock_d-postpone-alarm.es.png"/>
          <p:cNvPicPr>
            <a:picLocks noGrp="1" noChangeAspect="1"/>
          </p:cNvPicPr>
          <p:nvPr>
            <p:ph type="pic" idx="11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342468" y="2135905"/>
            <a:ext cx="7742784" cy="4355316"/>
          </a:xfrm>
        </p:spPr>
      </p:pic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rmAutofit/>
          </a:bodyPr>
          <a:lstStyle/>
          <a:p>
            <a:r>
              <a:rPr sz="1900"/>
              <a:t>¡Hazlo más inteligente! ¿Puedes añadir un botón que permita "posponer" la alarma? Cuando lo presiones, la alarma debería silenciarse durante 10 segundos, incluso si todavía hay luz. </a:t>
            </a:r>
            <a:r>
              <a:rPr sz="1900" b="1"/>
              <a:t>Pista</a:t>
            </a:r>
            <a:r>
              <a:rPr sz="1900"/>
              <a:t>: Necesitarías una variable para controlar el estado "pospuesto" y probablemente otro condicional anidado para comprobarla.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FFFFFF"/>
      </a:hlink>
      <a:folHlink>
        <a:srgbClr val="FFFF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58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Segoe UI</vt:lpstr>
      <vt:lpstr>Segoe UI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Alessio Bellino</dc:creator>
  <cp:lastModifiedBy>Alessio Bellino</cp:lastModifiedBy>
  <cp:revision>41</cp:revision>
  <dcterms:created xsi:type="dcterms:W3CDTF">2025-08-23T17:03:52Z</dcterms:created>
  <dcterms:modified xsi:type="dcterms:W3CDTF">2025-09-03T15:49:53Z</dcterms:modified>
</cp:coreProperties>
</file>