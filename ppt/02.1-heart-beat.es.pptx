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9"/>
    <p:sldId id="258" r:id="rId11"/>
    <p:sldId id="259" r:id="rId12"/>
    <p:sldId id="260" r:id="rId13"/>
    <p:sldId id="261" r:id="rId14"/>
    <p:sldId id="262" r:id="rId15"/>
    <p:sldId id="263" r:id="rId16"/>
    <p:sldId id="264" r:id="rId17"/>
    <p:sldId id="26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338CA"/>
    <a:srgbClr val="1D4ED8"/>
    <a:srgbClr val="A551F4"/>
    <a:srgbClr val="FFFFFF"/>
    <a:srgbClr val="A16207"/>
    <a:srgbClr val="000000"/>
    <a:srgbClr val="FACC15"/>
    <a:srgbClr val="FFC93C"/>
    <a:srgbClr val="0575B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D7F994-7B23-4B30-9E0D-141B518001FB}" v="23" dt="2025-09-03T15:49:48.4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1" d="100"/>
          <a:sy n="111" d="100"/>
        </p:scale>
        <p:origin x="55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microsoft.com/office/2016/11/relationships/changesInfo" Target="changesInfos/changesInfo1.xml"/><Relationship Id="rId8" Type="http://schemas.microsoft.com/office/2015/10/relationships/revisionInfo" Target="revisionInfo.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ssio Bellino" userId="4d67f9ee-b7e6-436d-9ca9-011d058f5ab9" providerId="ADAL" clId="{D6D7F994-7B23-4B30-9E0D-141B518001FB}"/>
    <pc:docChg chg="undo custSel delSld modMainMaster">
      <pc:chgData name="Alessio Bellino" userId="4d67f9ee-b7e6-436d-9ca9-011d058f5ab9" providerId="ADAL" clId="{D6D7F994-7B23-4B30-9E0D-141B518001FB}" dt="2025-09-03T15:49:48.493" v="146" actId="404"/>
      <pc:docMkLst>
        <pc:docMk/>
      </pc:docMkLst>
      <pc:sldChg chg="del">
        <pc:chgData name="Alessio Bellino" userId="4d67f9ee-b7e6-436d-9ca9-011d058f5ab9" providerId="ADAL" clId="{D6D7F994-7B23-4B30-9E0D-141B518001FB}" dt="2025-08-27T01:13:29.985" v="83" actId="47"/>
        <pc:sldMkLst>
          <pc:docMk/>
          <pc:sldMk cId="1091577834" sldId="256"/>
        </pc:sldMkLst>
      </pc:sldChg>
      <pc:sldChg chg="del">
        <pc:chgData name="Alessio Bellino" userId="4d67f9ee-b7e6-436d-9ca9-011d058f5ab9" providerId="ADAL" clId="{D6D7F994-7B23-4B30-9E0D-141B518001FB}" dt="2025-08-27T01:13:28.949" v="82" actId="47"/>
        <pc:sldMkLst>
          <pc:docMk/>
          <pc:sldMk cId="0" sldId="257"/>
        </pc:sldMkLst>
      </pc:sldChg>
      <pc:sldChg chg="del">
        <pc:chgData name="Alessio Bellino" userId="4d67f9ee-b7e6-436d-9ca9-011d058f5ab9" providerId="ADAL" clId="{D6D7F994-7B23-4B30-9E0D-141B518001FB}" dt="2025-08-27T01:13:25.571" v="81" actId="47"/>
        <pc:sldMkLst>
          <pc:docMk/>
          <pc:sldMk cId="0" sldId="258"/>
        </pc:sldMkLst>
      </pc:sldChg>
      <pc:sldChg chg="del">
        <pc:chgData name="Alessio Bellino" userId="4d67f9ee-b7e6-436d-9ca9-011d058f5ab9" providerId="ADAL" clId="{D6D7F994-7B23-4B30-9E0D-141B518001FB}" dt="2025-08-27T01:13:25.571" v="81" actId="47"/>
        <pc:sldMkLst>
          <pc:docMk/>
          <pc:sldMk cId="0" sldId="259"/>
        </pc:sldMkLst>
      </pc:sldChg>
      <pc:sldChg chg="del">
        <pc:chgData name="Alessio Bellino" userId="4d67f9ee-b7e6-436d-9ca9-011d058f5ab9" providerId="ADAL" clId="{D6D7F994-7B23-4B30-9E0D-141B518001FB}" dt="2025-08-27T01:13:25.571" v="81" actId="47"/>
        <pc:sldMkLst>
          <pc:docMk/>
          <pc:sldMk cId="0" sldId="260"/>
        </pc:sldMkLst>
      </pc:sldChg>
      <pc:sldChg chg="del">
        <pc:chgData name="Alessio Bellino" userId="4d67f9ee-b7e6-436d-9ca9-011d058f5ab9" providerId="ADAL" clId="{D6D7F994-7B23-4B30-9E0D-141B518001FB}" dt="2025-08-27T01:13:25.571" v="81" actId="47"/>
        <pc:sldMkLst>
          <pc:docMk/>
          <pc:sldMk cId="0" sldId="261"/>
        </pc:sldMkLst>
      </pc:sldChg>
      <pc:sldChg chg="del">
        <pc:chgData name="Alessio Bellino" userId="4d67f9ee-b7e6-436d-9ca9-011d058f5ab9" providerId="ADAL" clId="{D6D7F994-7B23-4B30-9E0D-141B518001FB}" dt="2025-08-27T01:13:25.571" v="81" actId="47"/>
        <pc:sldMkLst>
          <pc:docMk/>
          <pc:sldMk cId="0" sldId="262"/>
        </pc:sldMkLst>
      </pc:sldChg>
      <pc:sldChg chg="del">
        <pc:chgData name="Alessio Bellino" userId="4d67f9ee-b7e6-436d-9ca9-011d058f5ab9" providerId="ADAL" clId="{D6D7F994-7B23-4B30-9E0D-141B518001FB}" dt="2025-08-27T01:13:25.571" v="81" actId="47"/>
        <pc:sldMkLst>
          <pc:docMk/>
          <pc:sldMk cId="0" sldId="263"/>
        </pc:sldMkLst>
      </pc:sldChg>
      <pc:sldChg chg="del">
        <pc:chgData name="Alessio Bellino" userId="4d67f9ee-b7e6-436d-9ca9-011d058f5ab9" providerId="ADAL" clId="{D6D7F994-7B23-4B30-9E0D-141B518001FB}" dt="2025-08-27T01:13:25.571" v="81" actId="47"/>
        <pc:sldMkLst>
          <pc:docMk/>
          <pc:sldMk cId="0" sldId="264"/>
        </pc:sldMkLst>
      </pc:sldChg>
      <pc:sldChg chg="del">
        <pc:chgData name="Alessio Bellino" userId="4d67f9ee-b7e6-436d-9ca9-011d058f5ab9" providerId="ADAL" clId="{D6D7F994-7B23-4B30-9E0D-141B518001FB}" dt="2025-08-27T01:13:25.571" v="81" actId="47"/>
        <pc:sldMkLst>
          <pc:docMk/>
          <pc:sldMk cId="0" sldId="265"/>
        </pc:sldMkLst>
      </pc:sldChg>
      <pc:sldChg chg="del">
        <pc:chgData name="Alessio Bellino" userId="4d67f9ee-b7e6-436d-9ca9-011d058f5ab9" providerId="ADAL" clId="{D6D7F994-7B23-4B30-9E0D-141B518001FB}" dt="2025-08-27T01:13:25.571" v="81" actId="47"/>
        <pc:sldMkLst>
          <pc:docMk/>
          <pc:sldMk cId="0" sldId="266"/>
        </pc:sldMkLst>
      </pc:sldChg>
      <pc:sldChg chg="del">
        <pc:chgData name="Alessio Bellino" userId="4d67f9ee-b7e6-436d-9ca9-011d058f5ab9" providerId="ADAL" clId="{D6D7F994-7B23-4B30-9E0D-141B518001FB}" dt="2025-08-27T01:13:25.571" v="81" actId="47"/>
        <pc:sldMkLst>
          <pc:docMk/>
          <pc:sldMk cId="0" sldId="267"/>
        </pc:sldMkLst>
      </pc:sldChg>
      <pc:sldChg chg="del">
        <pc:chgData name="Alessio Bellino" userId="4d67f9ee-b7e6-436d-9ca9-011d058f5ab9" providerId="ADAL" clId="{D6D7F994-7B23-4B30-9E0D-141B518001FB}" dt="2025-08-27T01:13:25.571" v="81" actId="47"/>
        <pc:sldMkLst>
          <pc:docMk/>
          <pc:sldMk cId="0" sldId="268"/>
        </pc:sldMkLst>
      </pc:sldChg>
      <pc:sldMasterChg chg="modSldLayout">
        <pc:chgData name="Alessio Bellino" userId="4d67f9ee-b7e6-436d-9ca9-011d058f5ab9" providerId="ADAL" clId="{D6D7F994-7B23-4B30-9E0D-141B518001FB}" dt="2025-09-03T15:49:48.493" v="146" actId="404"/>
        <pc:sldMasterMkLst>
          <pc:docMk/>
          <pc:sldMasterMk cId="661577070" sldId="2147483648"/>
        </pc:sldMasterMkLst>
        <pc:sldLayoutChg chg="modSp mod">
          <pc:chgData name="Alessio Bellino" userId="4d67f9ee-b7e6-436d-9ca9-011d058f5ab9" providerId="ADAL" clId="{D6D7F994-7B23-4B30-9E0D-141B518001FB}" dt="2025-09-03T15:49:04.125" v="130" actId="403"/>
          <pc:sldLayoutMkLst>
            <pc:docMk/>
            <pc:sldMasterMk cId="661577070" sldId="2147483648"/>
            <pc:sldLayoutMk cId="552119573" sldId="2147483649"/>
          </pc:sldLayoutMkLst>
          <pc:spChg chg="mod">
            <ac:chgData name="Alessio Bellino" userId="4d67f9ee-b7e6-436d-9ca9-011d058f5ab9" providerId="ADAL" clId="{D6D7F994-7B23-4B30-9E0D-141B518001FB}" dt="2025-09-03T15:49:04.125" v="130" actId="403"/>
            <ac:spMkLst>
              <pc:docMk/>
              <pc:sldMasterMk cId="661577070" sldId="2147483648"/>
              <pc:sldLayoutMk cId="552119573" sldId="2147483649"/>
              <ac:spMk id="2" creationId="{F452E439-A5BF-EE24-C08E-1F9F20701E7E}"/>
            </ac:spMkLst>
          </pc:spChg>
          <pc:spChg chg="mod">
            <ac:chgData name="Alessio Bellino" userId="4d67f9ee-b7e6-436d-9ca9-011d058f5ab9" providerId="ADAL" clId="{D6D7F994-7B23-4B30-9E0D-141B518001FB}" dt="2025-09-03T15:29:12.824" v="119" actId="1035"/>
            <ac:spMkLst>
              <pc:docMk/>
              <pc:sldMasterMk cId="661577070" sldId="2147483648"/>
              <pc:sldLayoutMk cId="552119573" sldId="2147483649"/>
              <ac:spMk id="7" creationId="{D9290BF2-0C25-514A-9D89-51E5C7543451}"/>
            </ac:spMkLst>
          </pc:spChg>
        </pc:sldLayoutChg>
        <pc:sldLayoutChg chg="modSp mod">
          <pc:chgData name="Alessio Bellino" userId="4d67f9ee-b7e6-436d-9ca9-011d058f5ab9" providerId="ADAL" clId="{D6D7F994-7B23-4B30-9E0D-141B518001FB}" dt="2025-09-03T15:48:48.805" v="127" actId="404"/>
          <pc:sldLayoutMkLst>
            <pc:docMk/>
            <pc:sldMasterMk cId="661577070" sldId="2147483648"/>
            <pc:sldLayoutMk cId="1168460104" sldId="2147483656"/>
          </pc:sldLayoutMkLst>
          <pc:spChg chg="mod">
            <ac:chgData name="Alessio Bellino" userId="4d67f9ee-b7e6-436d-9ca9-011d058f5ab9" providerId="ADAL" clId="{D6D7F994-7B23-4B30-9E0D-141B518001FB}" dt="2025-09-03T15:48:48.805" v="127" actId="404"/>
            <ac:spMkLst>
              <pc:docMk/>
              <pc:sldMasterMk cId="661577070" sldId="2147483648"/>
              <pc:sldLayoutMk cId="1168460104" sldId="2147483656"/>
              <ac:spMk id="2" creationId="{D7FA4241-75AB-E168-9F15-606C0FA2D9CB}"/>
            </ac:spMkLst>
          </pc:spChg>
          <pc:spChg chg="mod">
            <ac:chgData name="Alessio Bellino" userId="4d67f9ee-b7e6-436d-9ca9-011d058f5ab9" providerId="ADAL" clId="{D6D7F994-7B23-4B30-9E0D-141B518001FB}" dt="2025-09-03T15:29:29.320" v="121" actId="207"/>
            <ac:spMkLst>
              <pc:docMk/>
              <pc:sldMasterMk cId="661577070" sldId="2147483648"/>
              <pc:sldLayoutMk cId="1168460104" sldId="2147483656"/>
              <ac:spMk id="4" creationId="{A9CE6CAF-4FD0-1FA1-1965-C06A9FCE86EB}"/>
            </ac:spMkLst>
          </pc:spChg>
        </pc:sldLayoutChg>
        <pc:sldLayoutChg chg="modSp mod">
          <pc:chgData name="Alessio Bellino" userId="4d67f9ee-b7e6-436d-9ca9-011d058f5ab9" providerId="ADAL" clId="{D6D7F994-7B23-4B30-9E0D-141B518001FB}" dt="2025-09-03T15:49:12.616" v="132" actId="404"/>
          <pc:sldLayoutMkLst>
            <pc:docMk/>
            <pc:sldMasterMk cId="661577070" sldId="2147483648"/>
            <pc:sldLayoutMk cId="892857456" sldId="2147483657"/>
          </pc:sldLayoutMkLst>
          <pc:spChg chg="mod">
            <ac:chgData name="Alessio Bellino" userId="4d67f9ee-b7e6-436d-9ca9-011d058f5ab9" providerId="ADAL" clId="{D6D7F994-7B23-4B30-9E0D-141B518001FB}" dt="2025-09-03T15:49:12.616" v="132" actId="404"/>
            <ac:spMkLst>
              <pc:docMk/>
              <pc:sldMasterMk cId="661577070" sldId="2147483648"/>
              <pc:sldLayoutMk cId="892857456" sldId="2147483657"/>
              <ac:spMk id="2" creationId="{D7FA4241-75AB-E168-9F15-606C0FA2D9CB}"/>
            </ac:spMkLst>
          </pc:spChg>
          <pc:spChg chg="mod">
            <ac:chgData name="Alessio Bellino" userId="4d67f9ee-b7e6-436d-9ca9-011d058f5ab9" providerId="ADAL" clId="{D6D7F994-7B23-4B30-9E0D-141B518001FB}" dt="2025-09-03T15:29:23.023" v="120" actId="207"/>
            <ac:spMkLst>
              <pc:docMk/>
              <pc:sldMasterMk cId="661577070" sldId="2147483648"/>
              <pc:sldLayoutMk cId="892857456" sldId="2147483657"/>
              <ac:spMk id="4" creationId="{A9CE6CAF-4FD0-1FA1-1965-C06A9FCE86EB}"/>
            </ac:spMkLst>
          </pc:spChg>
        </pc:sldLayoutChg>
        <pc:sldLayoutChg chg="modSp mod">
          <pc:chgData name="Alessio Bellino" userId="4d67f9ee-b7e6-436d-9ca9-011d058f5ab9" providerId="ADAL" clId="{D6D7F994-7B23-4B30-9E0D-141B518001FB}" dt="2025-09-03T15:49:21.285" v="134" actId="404"/>
          <pc:sldLayoutMkLst>
            <pc:docMk/>
            <pc:sldMasterMk cId="661577070" sldId="2147483648"/>
            <pc:sldLayoutMk cId="2348620504" sldId="2147483658"/>
          </pc:sldLayoutMkLst>
          <pc:spChg chg="mod">
            <ac:chgData name="Alessio Bellino" userId="4d67f9ee-b7e6-436d-9ca9-011d058f5ab9" providerId="ADAL" clId="{D6D7F994-7B23-4B30-9E0D-141B518001FB}" dt="2025-09-03T15:49:21.285" v="134" actId="404"/>
            <ac:spMkLst>
              <pc:docMk/>
              <pc:sldMasterMk cId="661577070" sldId="2147483648"/>
              <pc:sldLayoutMk cId="2348620504" sldId="2147483658"/>
              <ac:spMk id="2" creationId="{D7FA4241-75AB-E168-9F15-606C0FA2D9CB}"/>
            </ac:spMkLst>
          </pc:spChg>
          <pc:spChg chg="mod">
            <ac:chgData name="Alessio Bellino" userId="4d67f9ee-b7e6-436d-9ca9-011d058f5ab9" providerId="ADAL" clId="{D6D7F994-7B23-4B30-9E0D-141B518001FB}" dt="2025-09-03T15:29:01.370" v="113" actId="207"/>
            <ac:spMkLst>
              <pc:docMk/>
              <pc:sldMasterMk cId="661577070" sldId="2147483648"/>
              <pc:sldLayoutMk cId="2348620504" sldId="2147483658"/>
              <ac:spMk id="4" creationId="{A9CE6CAF-4FD0-1FA1-1965-C06A9FCE86EB}"/>
            </ac:spMkLst>
          </pc:spChg>
        </pc:sldLayoutChg>
        <pc:sldLayoutChg chg="addSp delSp modSp mod">
          <pc:chgData name="Alessio Bellino" userId="4d67f9ee-b7e6-436d-9ca9-011d058f5ab9" providerId="ADAL" clId="{D6D7F994-7B23-4B30-9E0D-141B518001FB}" dt="2025-09-03T15:49:28.125" v="136" actId="404"/>
          <pc:sldLayoutMkLst>
            <pc:docMk/>
            <pc:sldMasterMk cId="661577070" sldId="2147483648"/>
            <pc:sldLayoutMk cId="1471266884" sldId="2147483659"/>
          </pc:sldLayoutMkLst>
          <pc:spChg chg="mod">
            <ac:chgData name="Alessio Bellino" userId="4d67f9ee-b7e6-436d-9ca9-011d058f5ab9" providerId="ADAL" clId="{D6D7F994-7B23-4B30-9E0D-141B518001FB}" dt="2025-09-03T15:49:28.125" v="136" actId="404"/>
            <ac:spMkLst>
              <pc:docMk/>
              <pc:sldMasterMk cId="661577070" sldId="2147483648"/>
              <pc:sldLayoutMk cId="1471266884" sldId="2147483659"/>
              <ac:spMk id="2" creationId="{D7FA4241-75AB-E168-9F15-606C0FA2D9CB}"/>
            </ac:spMkLst>
          </pc:spChg>
          <pc:spChg chg="add mod">
            <ac:chgData name="Alessio Bellino" userId="4d67f9ee-b7e6-436d-9ca9-011d058f5ab9" providerId="ADAL" clId="{D6D7F994-7B23-4B30-9E0D-141B518001FB}" dt="2025-08-27T01:11:08.780" v="46" actId="1035"/>
            <ac:spMkLst>
              <pc:docMk/>
              <pc:sldMasterMk cId="661577070" sldId="2147483648"/>
              <pc:sldLayoutMk cId="1471266884" sldId="2147483659"/>
              <ac:spMk id="3" creationId="{F876292C-B4E7-FCE3-1E74-154C919298A3}"/>
            </ac:spMkLst>
          </pc:spChg>
          <pc:spChg chg="mod">
            <ac:chgData name="Alessio Bellino" userId="4d67f9ee-b7e6-436d-9ca9-011d058f5ab9" providerId="ADAL" clId="{D6D7F994-7B23-4B30-9E0D-141B518001FB}" dt="2025-09-03T15:29:00.979" v="112" actId="207"/>
            <ac:spMkLst>
              <pc:docMk/>
              <pc:sldMasterMk cId="661577070" sldId="2147483648"/>
              <pc:sldLayoutMk cId="1471266884" sldId="2147483659"/>
              <ac:spMk id="4" creationId="{A9CE6CAF-4FD0-1FA1-1965-C06A9FCE86EB}"/>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5" creationId="{6F44FAD5-85C0-5126-BEBB-39AE90164067}"/>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6" creationId="{5E15C401-2708-BE2C-313C-6E972121150A}"/>
            </ac:spMkLst>
          </pc:spChg>
          <pc:spChg chg="mod">
            <ac:chgData name="Alessio Bellino" userId="4d67f9ee-b7e6-436d-9ca9-011d058f5ab9" providerId="ADAL" clId="{D6D7F994-7B23-4B30-9E0D-141B518001FB}" dt="2025-08-27T01:11:08.780" v="46" actId="1035"/>
            <ac:spMkLst>
              <pc:docMk/>
              <pc:sldMasterMk cId="661577070" sldId="2147483648"/>
              <pc:sldLayoutMk cId="1471266884" sldId="2147483659"/>
              <ac:spMk id="10" creationId="{7EE5EA41-8A93-19E6-0938-921548C16043}"/>
            </ac:spMkLst>
          </pc:spChg>
          <pc:spChg chg="mod">
            <ac:chgData name="Alessio Bellino" userId="4d67f9ee-b7e6-436d-9ca9-011d058f5ab9" providerId="ADAL" clId="{D6D7F994-7B23-4B30-9E0D-141B518001FB}" dt="2025-08-27T01:11:37.001" v="74" actId="14100"/>
            <ac:spMkLst>
              <pc:docMk/>
              <pc:sldMasterMk cId="661577070" sldId="2147483648"/>
              <pc:sldLayoutMk cId="1471266884" sldId="2147483659"/>
              <ac:spMk id="13" creationId="{33A5CA17-0E07-7C00-D057-B222092BBE90}"/>
            </ac:spMkLst>
          </pc:spChg>
        </pc:sldLayoutChg>
        <pc:sldLayoutChg chg="addSp delSp modSp mod">
          <pc:chgData name="Alessio Bellino" userId="4d67f9ee-b7e6-436d-9ca9-011d058f5ab9" providerId="ADAL" clId="{D6D7F994-7B23-4B30-9E0D-141B518001FB}" dt="2025-09-03T15:48:58.086" v="129" actId="403"/>
          <pc:sldLayoutMkLst>
            <pc:docMk/>
            <pc:sldMasterMk cId="661577070" sldId="2147483648"/>
            <pc:sldLayoutMk cId="1862163226" sldId="2147483660"/>
          </pc:sldLayoutMkLst>
          <pc:spChg chg="mod">
            <ac:chgData name="Alessio Bellino" userId="4d67f9ee-b7e6-436d-9ca9-011d058f5ab9" providerId="ADAL" clId="{D6D7F994-7B23-4B30-9E0D-141B518001FB}" dt="2025-09-03T15:48:58.086" v="129" actId="403"/>
            <ac:spMkLst>
              <pc:docMk/>
              <pc:sldMasterMk cId="661577070" sldId="2147483648"/>
              <pc:sldLayoutMk cId="1862163226" sldId="2147483660"/>
              <ac:spMk id="2" creationId="{F452E439-A5BF-EE24-C08E-1F9F20701E7E}"/>
            </ac:spMkLst>
          </pc:spChg>
          <pc:spChg chg="mod">
            <ac:chgData name="Alessio Bellino" userId="4d67f9ee-b7e6-436d-9ca9-011d058f5ab9" providerId="ADAL" clId="{D6D7F994-7B23-4B30-9E0D-141B518001FB}" dt="2025-09-03T15:29:32.545" v="122" actId="207"/>
            <ac:spMkLst>
              <pc:docMk/>
              <pc:sldMasterMk cId="661577070" sldId="2147483648"/>
              <pc:sldLayoutMk cId="1862163226" sldId="2147483660"/>
              <ac:spMk id="7" creationId="{D9290BF2-0C25-514A-9D89-51E5C7543451}"/>
            </ac:spMkLst>
          </pc:spChg>
        </pc:sldLayoutChg>
        <pc:sldLayoutChg chg="modSp mod">
          <pc:chgData name="Alessio Bellino" userId="4d67f9ee-b7e6-436d-9ca9-011d058f5ab9" providerId="ADAL" clId="{D6D7F994-7B23-4B30-9E0D-141B518001FB}" dt="2025-09-03T15:49:36.430" v="140" actId="404"/>
          <pc:sldLayoutMkLst>
            <pc:docMk/>
            <pc:sldMasterMk cId="661577070" sldId="2147483648"/>
            <pc:sldLayoutMk cId="4274332006" sldId="2147483661"/>
          </pc:sldLayoutMkLst>
          <pc:spChg chg="mod">
            <ac:chgData name="Alessio Bellino" userId="4d67f9ee-b7e6-436d-9ca9-011d058f5ab9" providerId="ADAL" clId="{D6D7F994-7B23-4B30-9E0D-141B518001FB}" dt="2025-09-03T15:49:36.430" v="140" actId="404"/>
            <ac:spMkLst>
              <pc:docMk/>
              <pc:sldMasterMk cId="661577070" sldId="2147483648"/>
              <pc:sldLayoutMk cId="4274332006" sldId="2147483661"/>
              <ac:spMk id="2" creationId="{D7FA4241-75AB-E168-9F15-606C0FA2D9CB}"/>
            </ac:spMkLst>
          </pc:spChg>
          <pc:spChg chg="mod">
            <ac:chgData name="Alessio Bellino" userId="4d67f9ee-b7e6-436d-9ca9-011d058f5ab9" providerId="ADAL" clId="{D6D7F994-7B23-4B30-9E0D-141B518001FB}" dt="2025-09-03T15:29:00.051" v="110" actId="207"/>
            <ac:spMkLst>
              <pc:docMk/>
              <pc:sldMasterMk cId="661577070" sldId="2147483648"/>
              <pc:sldLayoutMk cId="4274332006" sldId="2147483661"/>
              <ac:spMk id="6" creationId="{A414259A-EE28-0473-21CE-0257CE7539E5}"/>
            </ac:spMkLst>
          </pc:spChg>
        </pc:sldLayoutChg>
        <pc:sldLayoutChg chg="modSp mod">
          <pc:chgData name="Alessio Bellino" userId="4d67f9ee-b7e6-436d-9ca9-011d058f5ab9" providerId="ADAL" clId="{D6D7F994-7B23-4B30-9E0D-141B518001FB}" dt="2025-09-03T15:49:33.029" v="138" actId="404"/>
          <pc:sldLayoutMkLst>
            <pc:docMk/>
            <pc:sldMasterMk cId="661577070" sldId="2147483648"/>
            <pc:sldLayoutMk cId="708463557" sldId="2147483662"/>
          </pc:sldLayoutMkLst>
          <pc:spChg chg="mod">
            <ac:chgData name="Alessio Bellino" userId="4d67f9ee-b7e6-436d-9ca9-011d058f5ab9" providerId="ADAL" clId="{D6D7F994-7B23-4B30-9E0D-141B518001FB}" dt="2025-09-03T15:49:33.029" v="138" actId="404"/>
            <ac:spMkLst>
              <pc:docMk/>
              <pc:sldMasterMk cId="661577070" sldId="2147483648"/>
              <pc:sldLayoutMk cId="708463557" sldId="2147483662"/>
              <ac:spMk id="2" creationId="{D7FA4241-75AB-E168-9F15-606C0FA2D9CB}"/>
            </ac:spMkLst>
          </pc:spChg>
          <pc:spChg chg="mod">
            <ac:chgData name="Alessio Bellino" userId="4d67f9ee-b7e6-436d-9ca9-011d058f5ab9" providerId="ADAL" clId="{D6D7F994-7B23-4B30-9E0D-141B518001FB}" dt="2025-09-03T15:29:00.547" v="111" actId="207"/>
            <ac:spMkLst>
              <pc:docMk/>
              <pc:sldMasterMk cId="661577070" sldId="2147483648"/>
              <pc:sldLayoutMk cId="708463557" sldId="2147483662"/>
              <ac:spMk id="6" creationId="{A414259A-EE28-0473-21CE-0257CE7539E5}"/>
            </ac:spMkLst>
          </pc:spChg>
        </pc:sldLayoutChg>
        <pc:sldLayoutChg chg="modSp mod">
          <pc:chgData name="Alessio Bellino" userId="4d67f9ee-b7e6-436d-9ca9-011d058f5ab9" providerId="ADAL" clId="{D6D7F994-7B23-4B30-9E0D-141B518001FB}" dt="2025-09-03T15:49:48.493" v="146" actId="404"/>
          <pc:sldLayoutMkLst>
            <pc:docMk/>
            <pc:sldMasterMk cId="661577070" sldId="2147483648"/>
            <pc:sldLayoutMk cId="1162041891" sldId="2147483663"/>
          </pc:sldLayoutMkLst>
          <pc:spChg chg="mod">
            <ac:chgData name="Alessio Bellino" userId="4d67f9ee-b7e6-436d-9ca9-011d058f5ab9" providerId="ADAL" clId="{D6D7F994-7B23-4B30-9E0D-141B518001FB}" dt="2025-09-03T15:49:48.493" v="146" actId="404"/>
            <ac:spMkLst>
              <pc:docMk/>
              <pc:sldMasterMk cId="661577070" sldId="2147483648"/>
              <pc:sldLayoutMk cId="1162041891" sldId="2147483663"/>
              <ac:spMk id="2" creationId="{D7FA4241-75AB-E168-9F15-606C0FA2D9CB}"/>
            </ac:spMkLst>
          </pc:spChg>
          <pc:spChg chg="mod">
            <ac:chgData name="Alessio Bellino" userId="4d67f9ee-b7e6-436d-9ca9-011d058f5ab9" providerId="ADAL" clId="{D6D7F994-7B23-4B30-9E0D-141B518001FB}" dt="2025-09-03T15:49:46.156" v="144" actId="403"/>
            <ac:spMkLst>
              <pc:docMk/>
              <pc:sldMasterMk cId="661577070" sldId="2147483648"/>
              <pc:sldLayoutMk cId="1162041891" sldId="2147483663"/>
              <ac:spMk id="6" creationId="{A414259A-EE28-0473-21CE-0257CE7539E5}"/>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¿Quieres darle un toque personal a tus cosas? ¡Vamos a convertir tu dispositivo en un llavero luminoso con un corazón que late! En esta misión, crearás tu primera animación. Descubrirás cómo dar instrucciones en un orden específico (una secuencia) y cómo repetirlas para siempre con bucles, haciendo que tu corazón digital cobre vida con un ritmo constante. Además podremos acompañar la animación con efectos de sonido para que sea más realista.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Haz clic en el signo de interrogación para abrir los comentarios que explican el código. Observa cómo el bucle `repetir para siempre` envuelve todo, y dentro de él, hay un bucle `repetir 2 veces` para la animación de palpitación.</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1"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p>
        </p:txBody>
      </p:sp>
      <p:sp>
        <p:nvSpPr>
          <p:cNvPr id="8" name="Rectangle: Rounded Corners 7">
            <a:extLst>
              <a:ext uri="{FF2B5EF4-FFF2-40B4-BE49-F238E27FC236}">
                <a16:creationId xmlns:a16="http://schemas.microsoft.com/office/drawing/2014/main" id="{B1EBC41C-1973-BA75-6DA5-7476F2924EA7}"/>
              </a:ext>
            </a:extLst>
          </p:cNvPr>
          <p:cNvSpPr/>
          <p:nvPr userDrawn="1"/>
        </p:nvSpPr>
        <p:spPr>
          <a:xfrm>
            <a:off x="313509" y="1384663"/>
            <a:ext cx="11529241" cy="5130437"/>
          </a:xfrm>
          <a:prstGeom prst="roundRect">
            <a:avLst>
              <a:gd name="adj" fmla="val 3565"/>
            </a:avLst>
          </a:prstGeom>
          <a:solidFill>
            <a:srgbClr val="FACC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49250" y="332438"/>
            <a:ext cx="9702800" cy="498598"/>
          </a:xfrm>
        </p:spPr>
        <p:txBody>
          <a:bodyPr lIns="0" tIns="0" rIns="0" bIns="0" anchor="ctr" anchorCtr="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Subtitle 2">
            <a:extLst>
              <a:ext uri="{FF2B5EF4-FFF2-40B4-BE49-F238E27FC236}">
                <a16:creationId xmlns:a16="http://schemas.microsoft.com/office/drawing/2014/main" id="{5B2B2810-E0CF-406E-4F44-3A1E40441DD8}"/>
              </a:ext>
            </a:extLst>
          </p:cNvPr>
          <p:cNvSpPr>
            <a:spLocks noGrp="1"/>
          </p:cNvSpPr>
          <p:nvPr>
            <p:ph type="subTitle" idx="1"/>
          </p:nvPr>
        </p:nvSpPr>
        <p:spPr>
          <a:xfrm>
            <a:off x="719394" y="3354907"/>
            <a:ext cx="2755326" cy="2828179"/>
          </a:xfrm>
        </p:spPr>
        <p:txBody>
          <a:bodyPr lIns="0" tIns="0" rIns="0" bIns="0" anchor="b" anchorCtr="0">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3684945" y="1769366"/>
            <a:ext cx="7745054" cy="4413720"/>
          </a:xfrm>
          <a:prstGeom prst="roundRect">
            <a:avLst>
              <a:gd name="adj" fmla="val 3456"/>
            </a:avLst>
          </a:prstGeom>
          <a:noFill/>
          <a:ln w="57150">
            <a:solidFill>
              <a:srgbClr val="FFFFFF"/>
            </a:solidFill>
          </a:ln>
        </p:spPr>
        <p:txBody>
          <a:bodyPr/>
          <a:lstStyle/>
          <a:p>
            <a:endParaRPr lang="en-US"/>
          </a:p>
        </p:txBody>
      </p:sp>
      <p:pic>
        <p:nvPicPr>
          <p:cNvPr id="10" name="Graphic 9">
            <a:extLst>
              <a:ext uri="{FF2B5EF4-FFF2-40B4-BE49-F238E27FC236}">
                <a16:creationId xmlns:a16="http://schemas.microsoft.com/office/drawing/2014/main" id="{AB9BB7E5-C85F-0334-276C-7C712C2ED2F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2626" y="388103"/>
            <a:ext cx="1640124" cy="369739"/>
          </a:xfrm>
          <a:prstGeom prst="rect">
            <a:avLst/>
          </a:prstGeom>
        </p:spPr>
      </p:pic>
      <p:grpSp>
        <p:nvGrpSpPr>
          <p:cNvPr id="12" name="Group 11">
            <a:extLst>
              <a:ext uri="{FF2B5EF4-FFF2-40B4-BE49-F238E27FC236}">
                <a16:creationId xmlns:a16="http://schemas.microsoft.com/office/drawing/2014/main" id="{1079A8B7-BAF0-EF58-AC85-EFDE61C90324}"/>
              </a:ext>
            </a:extLst>
          </p:cNvPr>
          <p:cNvGrpSpPr/>
          <p:nvPr userDrawn="1"/>
        </p:nvGrpSpPr>
        <p:grpSpPr>
          <a:xfrm>
            <a:off x="719394" y="1776715"/>
            <a:ext cx="1383463" cy="1317216"/>
            <a:chOff x="1784610" y="2330845"/>
            <a:chExt cx="1383463" cy="1317216"/>
          </a:xfrm>
        </p:grpSpPr>
        <p:sp>
          <p:nvSpPr>
            <p:cNvPr id="11" name="Rectangle: Rounded Corners 10">
              <a:extLst>
                <a:ext uri="{FF2B5EF4-FFF2-40B4-BE49-F238E27FC236}">
                  <a16:creationId xmlns:a16="http://schemas.microsoft.com/office/drawing/2014/main" id="{6EA8E70E-EF90-8C91-7557-6DA5901AE857}"/>
                </a:ext>
              </a:extLst>
            </p:cNvPr>
            <p:cNvSpPr/>
            <p:nvPr userDrawn="1"/>
          </p:nvSpPr>
          <p:spPr>
            <a:xfrm>
              <a:off x="1784610" y="2330845"/>
              <a:ext cx="1383463" cy="1317216"/>
            </a:xfrm>
            <a:prstGeom prst="roundRect">
              <a:avLst>
                <a:gd name="adj" fmla="val 840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a:extLst>
                <a:ext uri="{FF2B5EF4-FFF2-40B4-BE49-F238E27FC236}">
                  <a16:creationId xmlns:a16="http://schemas.microsoft.com/office/drawing/2014/main" id="{D9C78F5D-0C65-AD3C-3EA2-AE6C8BBC813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072559" y="2451078"/>
              <a:ext cx="807564" cy="1076750"/>
            </a:xfrm>
            <a:prstGeom prst="rect">
              <a:avLst/>
            </a:prstGeom>
          </p:spPr>
        </p:pic>
      </p:grpSp>
    </p:spTree>
    <p:extLst>
      <p:ext uri="{BB962C8B-B14F-4D97-AF65-F5344CB8AC3E}">
        <p14:creationId xmlns:p14="http://schemas.microsoft.com/office/powerpoint/2010/main" val="5521195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hat-to-d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57517" y="352860"/>
            <a:ext cx="11489043" cy="498598"/>
          </a:xfrm>
        </p:spPr>
        <p:txBody>
          <a:bodyPr wrap="square" lIns="0" tIns="0" rIns="0" bIns="0" anchor="ctr" anchorCtr="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1441138" y="1197600"/>
            <a:ext cx="9331959" cy="5318057"/>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1862163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52629" y="405753"/>
            <a:ext cx="11509172"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2468" y="2107350"/>
            <a:ext cx="7742784" cy="4412426"/>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8469867" y="2107347"/>
            <a:ext cx="3379665" cy="4412427"/>
          </a:xfrm>
          <a:prstGeom prst="roundRect">
            <a:avLst>
              <a:gd name="adj" fmla="val 4602"/>
            </a:avLst>
          </a:prstGeom>
          <a:solidFill>
            <a:srgbClr val="000000">
              <a:alpha val="5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84601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6207" y="401133"/>
            <a:ext cx="11505434"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5152" y="1376583"/>
            <a:ext cx="5483524" cy="3124928"/>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5151" y="4836160"/>
            <a:ext cx="11505434" cy="1692886"/>
          </a:xfrm>
          <a:prstGeom prst="roundRect">
            <a:avLst>
              <a:gd name="adj" fmla="val 9302"/>
            </a:avLst>
          </a:prstGeom>
          <a:solidFill>
            <a:srgbClr val="000000">
              <a:alpha val="40000"/>
            </a:srgbClr>
          </a:solidFill>
        </p:spPr>
        <p:txBody>
          <a:bodyPr anchor="ctr" anchorCtr="0">
            <a:norm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5">
            <a:extLst>
              <a:ext uri="{FF2B5EF4-FFF2-40B4-BE49-F238E27FC236}">
                <a16:creationId xmlns:a16="http://schemas.microsoft.com/office/drawing/2014/main" id="{0DF48D15-1243-3CFE-9BF8-52297AA92FD4}"/>
              </a:ext>
            </a:extLst>
          </p:cNvPr>
          <p:cNvSpPr>
            <a:spLocks noGrp="1"/>
          </p:cNvSpPr>
          <p:nvPr>
            <p:ph type="pic" sz="quarter" idx="13"/>
          </p:nvPr>
        </p:nvSpPr>
        <p:spPr>
          <a:xfrm>
            <a:off x="6363324" y="1376583"/>
            <a:ext cx="5483524" cy="3124928"/>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892857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hre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845" y="399603"/>
            <a:ext cx="1151688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33375" y="1346630"/>
            <a:ext cx="3577086" cy="2038495"/>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3774775"/>
            <a:ext cx="11524350" cy="2757636"/>
          </a:xfrm>
          <a:prstGeom prst="roundRect">
            <a:avLst>
              <a:gd name="adj" fmla="val 4836"/>
            </a:avLst>
          </a:prstGeom>
          <a:solidFill>
            <a:srgbClr val="000000">
              <a:alpha val="4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F2FA5519-3AB3-CEC1-AE02-532EC2CCB4D8}"/>
              </a:ext>
            </a:extLst>
          </p:cNvPr>
          <p:cNvSpPr>
            <a:spLocks noGrp="1"/>
          </p:cNvSpPr>
          <p:nvPr>
            <p:ph type="pic" sz="quarter" idx="13"/>
          </p:nvPr>
        </p:nvSpPr>
        <p:spPr>
          <a:xfrm>
            <a:off x="4307007" y="1346630"/>
            <a:ext cx="3577086" cy="2038495"/>
          </a:xfrm>
          <a:prstGeom prst="roundRect">
            <a:avLst>
              <a:gd name="adj" fmla="val 3456"/>
            </a:avLst>
          </a:prstGeom>
          <a:solidFill>
            <a:schemeClr val="tx1"/>
          </a:solidFill>
          <a:ln w="38100">
            <a:noFill/>
          </a:ln>
        </p:spPr>
        <p:txBody>
          <a:bodyPr/>
          <a:lstStyle/>
          <a:p>
            <a:endParaRPr lang="en-US"/>
          </a:p>
        </p:txBody>
      </p:sp>
      <p:sp>
        <p:nvSpPr>
          <p:cNvPr id="9" name="Picture Placeholder 5">
            <a:extLst>
              <a:ext uri="{FF2B5EF4-FFF2-40B4-BE49-F238E27FC236}">
                <a16:creationId xmlns:a16="http://schemas.microsoft.com/office/drawing/2014/main" id="{31B82278-DD8A-4CE0-788E-1B913AF1EBBC}"/>
              </a:ext>
            </a:extLst>
          </p:cNvPr>
          <p:cNvSpPr>
            <a:spLocks noGrp="1"/>
          </p:cNvSpPr>
          <p:nvPr>
            <p:ph type="pic" sz="quarter" idx="14"/>
          </p:nvPr>
        </p:nvSpPr>
        <p:spPr>
          <a:xfrm>
            <a:off x="8280639" y="1346630"/>
            <a:ext cx="3577086" cy="2038495"/>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2348620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four-img">
    <p:bg>
      <p:bgPr>
        <a:solidFill>
          <a:srgbClr val="000000">
            <a:alpha val="40000"/>
          </a:srgbClr>
        </a:solidFill>
        <a:effectLst/>
      </p:bgPr>
    </p:b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1745" y="396509"/>
            <a:ext cx="1150851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10" name="Picture Placeholder 5">
            <a:extLst>
              <a:ext uri="{FF2B5EF4-FFF2-40B4-BE49-F238E27FC236}">
                <a16:creationId xmlns:a16="http://schemas.microsoft.com/office/drawing/2014/main" id="{7EE5EA41-8A93-19E6-0938-921548C16043}"/>
              </a:ext>
            </a:extLst>
          </p:cNvPr>
          <p:cNvSpPr>
            <a:spLocks noGrp="1"/>
          </p:cNvSpPr>
          <p:nvPr>
            <p:ph type="pic" sz="quarter" idx="15"/>
          </p:nvPr>
        </p:nvSpPr>
        <p:spPr>
          <a:xfrm>
            <a:off x="336974" y="1330039"/>
            <a:ext cx="3898598" cy="2221717"/>
          </a:xfrm>
          <a:prstGeom prst="roundRect">
            <a:avLst>
              <a:gd name="adj" fmla="val 3456"/>
            </a:avLst>
          </a:prstGeom>
          <a:solidFill>
            <a:schemeClr val="tx1"/>
          </a:solidFill>
          <a:ln w="38100">
            <a:noFill/>
          </a:ln>
        </p:spPr>
        <p:txBody>
          <a:bodyPr/>
          <a:lstStyle/>
          <a:p>
            <a:endParaRPr lang="en-US"/>
          </a:p>
        </p:txBody>
      </p:sp>
      <p:sp>
        <p:nvSpPr>
          <p:cNvPr id="13" name="Text Placeholder 6">
            <a:extLst>
              <a:ext uri="{FF2B5EF4-FFF2-40B4-BE49-F238E27FC236}">
                <a16:creationId xmlns:a16="http://schemas.microsoft.com/office/drawing/2014/main" id="{33A5CA17-0E07-7C00-D057-B222092BBE90}"/>
              </a:ext>
            </a:extLst>
          </p:cNvPr>
          <p:cNvSpPr>
            <a:spLocks noGrp="1"/>
          </p:cNvSpPr>
          <p:nvPr>
            <p:ph type="body" sz="quarter" idx="12"/>
          </p:nvPr>
        </p:nvSpPr>
        <p:spPr>
          <a:xfrm>
            <a:off x="8793018" y="1335991"/>
            <a:ext cx="3062205" cy="5180899"/>
          </a:xfrm>
          <a:prstGeom prst="roundRect">
            <a:avLst>
              <a:gd name="adj" fmla="val 3016"/>
            </a:avLst>
          </a:prstGeom>
          <a:solidFill>
            <a:schemeClr val="tx1">
              <a:lumMod val="85000"/>
              <a:lumOff val="15000"/>
            </a:scheme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Picture Placeholder 5">
            <a:extLst>
              <a:ext uri="{FF2B5EF4-FFF2-40B4-BE49-F238E27FC236}">
                <a16:creationId xmlns:a16="http://schemas.microsoft.com/office/drawing/2014/main" id="{F876292C-B4E7-FCE3-1E74-154C919298A3}"/>
              </a:ext>
            </a:extLst>
          </p:cNvPr>
          <p:cNvSpPr>
            <a:spLocks noGrp="1"/>
          </p:cNvSpPr>
          <p:nvPr>
            <p:ph type="pic" sz="quarter" idx="19"/>
          </p:nvPr>
        </p:nvSpPr>
        <p:spPr>
          <a:xfrm>
            <a:off x="4540373" y="1330039"/>
            <a:ext cx="3898598" cy="2221717"/>
          </a:xfrm>
          <a:prstGeom prst="roundRect">
            <a:avLst>
              <a:gd name="adj" fmla="val 3456"/>
            </a:avLst>
          </a:prstGeom>
          <a:solidFill>
            <a:schemeClr val="tx1"/>
          </a:solidFill>
          <a:ln w="38100">
            <a:noFill/>
          </a:ln>
        </p:spPr>
        <p:txBody>
          <a:bodyPr/>
          <a:lstStyle/>
          <a:p>
            <a:endParaRPr lang="en-US"/>
          </a:p>
        </p:txBody>
      </p:sp>
      <p:sp>
        <p:nvSpPr>
          <p:cNvPr id="5" name="Picture Placeholder 5">
            <a:extLst>
              <a:ext uri="{FF2B5EF4-FFF2-40B4-BE49-F238E27FC236}">
                <a16:creationId xmlns:a16="http://schemas.microsoft.com/office/drawing/2014/main" id="{6F44FAD5-85C0-5126-BEBB-39AE90164067}"/>
              </a:ext>
            </a:extLst>
          </p:cNvPr>
          <p:cNvSpPr>
            <a:spLocks noGrp="1"/>
          </p:cNvSpPr>
          <p:nvPr>
            <p:ph type="pic" sz="quarter" idx="20"/>
          </p:nvPr>
        </p:nvSpPr>
        <p:spPr>
          <a:xfrm>
            <a:off x="336974" y="4295174"/>
            <a:ext cx="3898598" cy="2221717"/>
          </a:xfrm>
          <a:prstGeom prst="roundRect">
            <a:avLst>
              <a:gd name="adj" fmla="val 3456"/>
            </a:avLst>
          </a:prstGeom>
          <a:solidFill>
            <a:schemeClr val="tx1"/>
          </a:solidFill>
          <a:ln w="38100">
            <a:noFill/>
          </a:ln>
        </p:spPr>
        <p:txBody>
          <a:bodyPr/>
          <a:lstStyle/>
          <a:p>
            <a:endParaRPr lang="en-US"/>
          </a:p>
        </p:txBody>
      </p:sp>
      <p:sp>
        <p:nvSpPr>
          <p:cNvPr id="6" name="Picture Placeholder 5">
            <a:extLst>
              <a:ext uri="{FF2B5EF4-FFF2-40B4-BE49-F238E27FC236}">
                <a16:creationId xmlns:a16="http://schemas.microsoft.com/office/drawing/2014/main" id="{5E15C401-2708-BE2C-313C-6E972121150A}"/>
              </a:ext>
            </a:extLst>
          </p:cNvPr>
          <p:cNvSpPr>
            <a:spLocks noGrp="1"/>
          </p:cNvSpPr>
          <p:nvPr>
            <p:ph type="pic" sz="quarter" idx="21"/>
          </p:nvPr>
        </p:nvSpPr>
        <p:spPr>
          <a:xfrm>
            <a:off x="4540373" y="4295174"/>
            <a:ext cx="3898598" cy="2221717"/>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1471266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reate-step">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4762"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3375" y="427844"/>
            <a:ext cx="11515727" cy="498598"/>
          </a:xfrm>
        </p:spPr>
        <p:txBody>
          <a:bodyPr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2114549"/>
            <a:ext cx="11515726" cy="4448176"/>
          </a:xfrm>
          <a:prstGeom prst="roundRect">
            <a:avLst>
              <a:gd name="adj" fmla="val 0"/>
            </a:avLst>
          </a:prstGeom>
          <a:noFill/>
        </p:spPr>
        <p:txBody>
          <a:bodyPr lIns="0" tIns="0" rIns="0" bIns="0" anchor="ctr" anchorCtr="0">
            <a:normAutofit/>
          </a:bodyPr>
          <a:lstStyle>
            <a:lvl1pPr marL="342900" indent="-342900">
              <a:buFont typeface="+mj-lt"/>
              <a:buAutoNum type="arabicPeriod"/>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p:txBody>
      </p:sp>
      <p:sp>
        <p:nvSpPr>
          <p:cNvPr id="4" name="Chart Placeholder 3">
            <a:extLst>
              <a:ext uri="{FF2B5EF4-FFF2-40B4-BE49-F238E27FC236}">
                <a16:creationId xmlns:a16="http://schemas.microsoft.com/office/drawing/2014/main" id="{D11CD461-B056-D4E2-C5FA-0426E6C2FFF6}"/>
              </a:ext>
            </a:extLst>
          </p:cNvPr>
          <p:cNvSpPr>
            <a:spLocks noGrp="1"/>
          </p:cNvSpPr>
          <p:nvPr>
            <p:ph type="chart" sz="quarter" idx="14" hasCustomPrompt="1"/>
          </p:nvPr>
        </p:nvSpPr>
        <p:spPr>
          <a:xfrm>
            <a:off x="333375" y="1318188"/>
            <a:ext cx="11515726" cy="387798"/>
          </a:xfrm>
        </p:spPr>
        <p:txBody>
          <a:bodyPr lIns="0" tIns="0" rIns="0" bIns="0">
            <a:spAutoFit/>
          </a:bodyPr>
          <a:lstStyle>
            <a:lvl1pPr marL="0" indent="0">
              <a:buNone/>
              <a:defRPr sz="2800" b="1">
                <a:solidFill>
                  <a:schemeClr val="bg1"/>
                </a:solidFill>
              </a:defRPr>
            </a:lvl1pPr>
          </a:lstStyle>
          <a:p>
            <a:r>
              <a:rPr lang="es-CL" dirty="0"/>
              <a:t>Place</a:t>
            </a:r>
            <a:endParaRPr lang="en-US" dirty="0"/>
          </a:p>
        </p:txBody>
      </p:sp>
    </p:spTree>
    <p:extLst>
      <p:ext uri="{BB962C8B-B14F-4D97-AF65-F5344CB8AC3E}">
        <p14:creationId xmlns:p14="http://schemas.microsoft.com/office/powerpoint/2010/main" val="708463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de-composition">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563" y="347332"/>
            <a:ext cx="11508537" cy="678672"/>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0563" y="2447348"/>
            <a:ext cx="7571494" cy="4072184"/>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0563" y="1403404"/>
            <a:ext cx="11508537" cy="699551"/>
          </a:xfrm>
          <a:prstGeom prst="roundRect">
            <a:avLst>
              <a:gd name="adj" fmla="val 5043"/>
            </a:avLst>
          </a:prstGeom>
          <a:noFill/>
        </p:spPr>
        <p:txBody>
          <a:bodyPr lIns="0" tIns="0" rIns="0" anchor="ctr" anchorCtr="0">
            <a:sp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a:t>
            </a:r>
          </a:p>
          <a:p>
            <a:pPr lvl="0"/>
            <a:r>
              <a:rPr lang="en-US" dirty="0"/>
              <a:t>Master text styles</a:t>
            </a:r>
          </a:p>
        </p:txBody>
      </p:sp>
      <p:sp>
        <p:nvSpPr>
          <p:cNvPr id="5" name="Callout: Down Arrow 4">
            <a:extLst>
              <a:ext uri="{FF2B5EF4-FFF2-40B4-BE49-F238E27FC236}">
                <a16:creationId xmlns:a16="http://schemas.microsoft.com/office/drawing/2014/main" id="{BAE4049F-C3AB-1C61-89BD-6C81A2CCB192}"/>
              </a:ext>
            </a:extLst>
          </p:cNvPr>
          <p:cNvSpPr/>
          <p:nvPr userDrawn="1"/>
        </p:nvSpPr>
        <p:spPr>
          <a:xfrm>
            <a:off x="9586829" y="2581720"/>
            <a:ext cx="966159" cy="957532"/>
          </a:xfrm>
          <a:prstGeom prst="downArrowCallout">
            <a:avLst>
              <a:gd name="adj1" fmla="val 25000"/>
              <a:gd name="adj2" fmla="val 25000"/>
              <a:gd name="adj3" fmla="val 22297"/>
              <a:gd name="adj4" fmla="val 64977"/>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solidFill>
                  <a:schemeClr val="tx1"/>
                </a:solidFill>
              </a:rPr>
              <a:t>Link</a:t>
            </a:r>
          </a:p>
          <a:p>
            <a:pPr algn="ctr"/>
            <a:r>
              <a:rPr lang="es-CL" dirty="0">
                <a:solidFill>
                  <a:schemeClr val="tx1"/>
                </a:solidFill>
              </a:rPr>
              <a:t>Online</a:t>
            </a:r>
            <a:endParaRPr lang="en-US" dirty="0">
              <a:solidFill>
                <a:schemeClr val="tx1"/>
              </a:solidFill>
            </a:endParaRPr>
          </a:p>
        </p:txBody>
      </p:sp>
      <p:sp>
        <p:nvSpPr>
          <p:cNvPr id="9" name="Chart Placeholder 8">
            <a:extLst>
              <a:ext uri="{FF2B5EF4-FFF2-40B4-BE49-F238E27FC236}">
                <a16:creationId xmlns:a16="http://schemas.microsoft.com/office/drawing/2014/main" id="{85FE893F-47A3-E5F7-1212-48465408B0C7}"/>
              </a:ext>
            </a:extLst>
          </p:cNvPr>
          <p:cNvSpPr>
            <a:spLocks noGrp="1"/>
          </p:cNvSpPr>
          <p:nvPr>
            <p:ph type="chart" sz="quarter" idx="14" hasCustomPrompt="1"/>
          </p:nvPr>
        </p:nvSpPr>
        <p:spPr>
          <a:xfrm>
            <a:off x="8290719" y="3797514"/>
            <a:ext cx="3558381" cy="2597150"/>
          </a:xfrm>
        </p:spPr>
        <p:txBody>
          <a:bodyPr/>
          <a:lstStyle>
            <a:lvl1pPr marL="0" indent="0">
              <a:buNone/>
              <a:defRPr>
                <a:solidFill>
                  <a:schemeClr val="bg1"/>
                </a:solidFill>
              </a:defRPr>
            </a:lvl1pPr>
          </a:lstStyle>
          <a:p>
            <a:r>
              <a:rPr lang="es-CL" dirty="0"/>
              <a:t>https://example.com/ </a:t>
            </a:r>
            <a:endParaRPr lang="en-US" dirty="0"/>
          </a:p>
        </p:txBody>
      </p:sp>
    </p:spTree>
    <p:extLst>
      <p:ext uri="{BB962C8B-B14F-4D97-AF65-F5344CB8AC3E}">
        <p14:creationId xmlns:p14="http://schemas.microsoft.com/office/powerpoint/2010/main" val="42743320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eflect-box">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1039" y="328282"/>
            <a:ext cx="11518062" cy="665027"/>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4" name="Chart Placeholder 3">
            <a:extLst>
              <a:ext uri="{FF2B5EF4-FFF2-40B4-BE49-F238E27FC236}">
                <a16:creationId xmlns:a16="http://schemas.microsoft.com/office/drawing/2014/main" id="{E9633AA3-1F01-FC54-9584-5A176A246101}"/>
              </a:ext>
            </a:extLst>
          </p:cNvPr>
          <p:cNvSpPr>
            <a:spLocks noGrp="1"/>
          </p:cNvSpPr>
          <p:nvPr>
            <p:ph type="chart" sz="quarter" idx="14"/>
          </p:nvPr>
        </p:nvSpPr>
        <p:spPr>
          <a:xfrm>
            <a:off x="7893693" y="1371600"/>
            <a:ext cx="3955408" cy="5158118"/>
          </a:xfrm>
          <a:prstGeom prst="roundRect">
            <a:avLst>
              <a:gd name="adj" fmla="val 4940"/>
            </a:avLst>
          </a:prstGeom>
          <a:solidFill>
            <a:schemeClr val="bg1"/>
          </a:solidFill>
        </p:spPr>
        <p:txBody>
          <a:bodyPr lIns="365760" tIns="365760" rIns="365760" bIns="365760" anchor="ctr" anchorCtr="0"/>
          <a:lstStyle>
            <a:lvl1pPr marL="0" indent="0">
              <a:buNone/>
              <a:defRPr>
                <a:solidFill>
                  <a:schemeClr val="tx1"/>
                </a:solidFill>
              </a:defRPr>
            </a:lvl1pPr>
          </a:lstStyle>
          <a:p>
            <a:endParaRPr lang="en-US"/>
          </a:p>
        </p:txBody>
      </p:sp>
      <p:sp>
        <p:nvSpPr>
          <p:cNvPr id="9" name="Text Placeholder 2">
            <a:extLst>
              <a:ext uri="{FF2B5EF4-FFF2-40B4-BE49-F238E27FC236}">
                <a16:creationId xmlns:a16="http://schemas.microsoft.com/office/drawing/2014/main" id="{8205E5FA-6881-9803-B9CE-B9F6C0D4259D}"/>
              </a:ext>
            </a:extLst>
          </p:cNvPr>
          <p:cNvSpPr>
            <a:spLocks noGrp="1"/>
          </p:cNvSpPr>
          <p:nvPr>
            <p:ph idx="1"/>
          </p:nvPr>
        </p:nvSpPr>
        <p:spPr>
          <a:xfrm>
            <a:off x="331037" y="1371600"/>
            <a:ext cx="7231619" cy="5181600"/>
          </a:xfrm>
          <a:prstGeom prst="rect">
            <a:avLst/>
          </a:prstGeom>
        </p:spPr>
        <p:txBody>
          <a:bodyPr vert="horz" lIns="0" tIns="0" rIns="0" bIns="0" rtlCol="0">
            <a:normAutofit/>
          </a:bodyPr>
          <a:lstStyle>
            <a:lvl1pPr marL="0" indent="0">
              <a:buNone/>
              <a:defRPr>
                <a:solidFill>
                  <a:schemeClr val="bg1"/>
                </a:solidFill>
              </a:defRPr>
            </a:lvl1pPr>
            <a:lvl2pPr marL="457200" indent="0">
              <a:buNone/>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20418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84374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E91179-C1CD-A08D-D9B7-A92C32FCB4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82CB0B4-6181-CC09-113A-CBA6A84A24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61577070"/>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6" r:id="rId3"/>
    <p:sldLayoutId id="2147483657" r:id="rId4"/>
    <p:sldLayoutId id="2147483658" r:id="rId5"/>
    <p:sldLayoutId id="2147483659" r:id="rId6"/>
    <p:sldLayoutId id="2147483662" r:id="rId7"/>
    <p:sldLayoutId id="2147483661" r:id="rId8"/>
    <p:sldLayoutId id="2147483663" r:id="rId9"/>
    <p:sldLayoutId id="2147483655" r:id="rId10"/>
  </p:sldLayoutIdLst>
  <p:txStyles>
    <p:titleStyle>
      <a:lvl1pPr algn="l" defTabSz="914400" rtl="0" eaLnBrk="1" latinLnBrk="0" hangingPunct="1">
        <a:lnSpc>
          <a:spcPct val="90000"/>
        </a:lnSpc>
        <a:spcBef>
          <a:spcPct val="0"/>
        </a:spcBef>
        <a:buNone/>
        <a:defRPr sz="4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Segoe UI" panose="020B0502040204020203" pitchFamily="34" charset="0"/>
          <a:ea typeface="Verdana" panose="020B0604030504040204" pitchFamily="34" charset="0"/>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5.png"/><Relationship Id="rId3" Type="http://schemas.openxmlformats.org/officeDocument/2006/relationships/image" Target="../media/image6.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12.png"/><Relationship Id="rId4" Type="http://schemas.openxmlformats.org/officeDocument/2006/relationships/hyperlink" Target="https://app.protobject.com/generate?equivalent-corazon-forever-loop&amp;es&amp;dynamic&amp;-1"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974216A-BFA6-9732-A49C-32CF61E454ED}"/>
              </a:ext>
            </a:extLst>
          </p:cNvPr>
          <p:cNvSpPr txBox="1"/>
          <p:nvPr/>
        </p:nvSpPr>
        <p:spPr>
          <a:xfrm>
            <a:off x="765048" y="2340864"/>
            <a:ext cx="10661904" cy="3847207"/>
          </a:xfrm>
          <a:prstGeom prst="rect">
            <a:avLst/>
          </a:prstGeom>
          <a:noFill/>
        </p:spPr>
        <p:txBody>
          <a:bodyPr wrap="square" rtlCol="0">
            <a:spAutoFit/>
          </a:bodyPr>
          <a:lstStyle/>
          <a:p>
            <a:r>
              <a:rPr lang="en-US" sz="2000" dirty="0">
                <a:latin typeface="Segoe UI" panose="020B0502040204020203" pitchFamily="34" charset="0"/>
                <a:cs typeface="Segoe UI" panose="020B0502040204020203" pitchFamily="34" charset="0"/>
              </a:rPr>
              <a:t>Esta </a:t>
            </a:r>
            <a:r>
              <a:rPr lang="en-US" sz="2000" dirty="0" err="1">
                <a:latin typeface="Segoe UI" panose="020B0502040204020203" pitchFamily="34" charset="0"/>
                <a:cs typeface="Segoe UI" panose="020B0502040204020203" pitchFamily="34" charset="0"/>
              </a:rPr>
              <a:t>presentación</a:t>
            </a:r>
            <a:r>
              <a:rPr lang="en-US" sz="2000" dirty="0">
                <a:latin typeface="Segoe UI" panose="020B0502040204020203" pitchFamily="34" charset="0"/>
                <a:cs typeface="Segoe UI" panose="020B0502040204020203" pitchFamily="34" charset="0"/>
              </a:rPr>
              <a:t> se genera </a:t>
            </a:r>
            <a:r>
              <a:rPr lang="en-US" sz="2000" dirty="0" err="1">
                <a:latin typeface="Segoe UI" panose="020B0502040204020203" pitchFamily="34" charset="0"/>
                <a:cs typeface="Segoe UI" panose="020B0502040204020203" pitchFamily="34" charset="0"/>
              </a:rPr>
              <a:t>automáticamente</a:t>
            </a:r>
            <a:r>
              <a:rPr lang="en-US" sz="2000" dirty="0">
                <a:latin typeface="Segoe UI" panose="020B0502040204020203" pitchFamily="34" charset="0"/>
                <a:cs typeface="Segoe UI" panose="020B0502040204020203" pitchFamily="34" charset="0"/>
              </a:rPr>
              <a:t>. </a:t>
            </a:r>
          </a:p>
          <a:p>
            <a:r>
              <a:rPr lang="en-US" sz="2000" b="1" dirty="0" err="1">
                <a:latin typeface="Segoe UI" panose="020B0502040204020203" pitchFamily="34" charset="0"/>
                <a:cs typeface="Segoe UI" panose="020B0502040204020203" pitchFamily="34" charset="0"/>
              </a:rPr>
              <a:t>Puedes</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modificarla</a:t>
            </a:r>
            <a:r>
              <a:rPr lang="en-US" sz="2000" b="1" dirty="0">
                <a:latin typeface="Segoe UI" panose="020B0502040204020203" pitchFamily="34" charset="0"/>
                <a:cs typeface="Segoe UI" panose="020B0502040204020203" pitchFamily="34" charset="0"/>
              </a:rPr>
              <a:t> a </a:t>
            </a:r>
            <a:r>
              <a:rPr lang="en-US" sz="2000" b="1" dirty="0" err="1">
                <a:latin typeface="Segoe UI" panose="020B0502040204020203" pitchFamily="34" charset="0"/>
                <a:cs typeface="Segoe UI" panose="020B0502040204020203" pitchFamily="34" charset="0"/>
              </a:rPr>
              <a:t>tu</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criterio</a:t>
            </a:r>
            <a:r>
              <a:rPr lang="en-US" sz="2000" b="1" dirty="0">
                <a:latin typeface="Segoe UI" panose="020B0502040204020203" pitchFamily="34" charset="0"/>
                <a:cs typeface="Segoe UI" panose="020B0502040204020203" pitchFamily="34" charset="0"/>
              </a:rPr>
              <a:t> y </a:t>
            </a:r>
            <a:r>
              <a:rPr lang="en-US" sz="2000" b="1" dirty="0" err="1">
                <a:latin typeface="Segoe UI" panose="020B0502040204020203" pitchFamily="34" charset="0"/>
                <a:cs typeface="Segoe UI" panose="020B0502040204020203" pitchFamily="34" charset="0"/>
              </a:rPr>
              <a:t>añadir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cualquier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contenido</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adicional</a:t>
            </a:r>
            <a:r>
              <a:rPr lang="en-US" sz="2000" b="1" dirty="0">
                <a:latin typeface="Segoe UI" panose="020B0502040204020203" pitchFamily="34" charset="0"/>
                <a:cs typeface="Segoe UI" panose="020B0502040204020203" pitchFamily="34" charset="0"/>
              </a:rPr>
              <a:t> que </a:t>
            </a:r>
            <a:r>
              <a:rPr lang="en-US" sz="2000" b="1" dirty="0" err="1">
                <a:latin typeface="Segoe UI" panose="020B0502040204020203" pitchFamily="34" charset="0"/>
                <a:cs typeface="Segoe UI" panose="020B0502040204020203" pitchFamily="34" charset="0"/>
              </a:rPr>
              <a:t>desees</a:t>
            </a:r>
            <a:r>
              <a:rPr lang="en-US" sz="2000" b="1" dirty="0">
                <a:latin typeface="Segoe UI" panose="020B0502040204020203" pitchFamily="34" charset="0"/>
                <a:cs typeface="Segoe UI" panose="020B0502040204020203" pitchFamily="34" charset="0"/>
              </a:rPr>
              <a:t>.</a:t>
            </a:r>
          </a:p>
        </p:txBody>
      </p:sp>
      <p:pic>
        <p:nvPicPr>
          <p:cNvPr id="6" name="Graphic 5">
            <a:extLst>
              <a:ext uri="{FF2B5EF4-FFF2-40B4-BE49-F238E27FC236}">
                <a16:creationId xmlns:a16="http://schemas.microsoft.com/office/drawing/2014/main" id="{ADDBF746-CBFF-7D5E-0904-0C23A0CCA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5048" y="735575"/>
            <a:ext cx="1640124" cy="369739"/>
          </a:xfrm>
          <a:prstGeom prst="rect">
            <a:avLst/>
          </a:prstGeom>
        </p:spPr>
      </p:pic>
    </p:spTree>
    <p:extLst>
      <p:ext uri="{BB962C8B-B14F-4D97-AF65-F5344CB8AC3E}">
        <p14:creationId xmlns:p14="http://schemas.microsoft.com/office/powerpoint/2010/main" val="109157783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El Llavero de Corazón Luminoso</a:t>
            </a:r>
          </a:p>
        </p:txBody>
      </p:sp>
      <p:sp>
        <p:nvSpPr>
          <p:cNvPr id="3" name="Subtitle 2"/>
          <p:cNvSpPr>
            <a:spLocks noGrp="1"/>
          </p:cNvSpPr>
          <p:nvPr>
            <p:ph type="subTitle" idx="1"/>
          </p:nvPr>
        </p:nvSpPr>
        <p:spPr/>
        <p:txBody>
          <a:bodyPr/>
          <a:lstStyle/>
          <a:p>
            <a:r>
              <a:t>Crea tu primer gadget personalizable, un llavero en forma de corazón que late y suena. Aprende los fundamentos del pensamiento computacional combinando secuencias y bucles.</a:t>
            </a:r>
          </a:p>
        </p:txBody>
      </p:sp>
      <p:pic>
        <p:nvPicPr>
          <p:cNvPr id="4" name="Picture Placeholder 3" descr="src_02.1-heart-beat_02.1-llavero-de-corazon-luminoso.png"/>
          <p:cNvPicPr>
            <a:picLocks noGrp="1" noChangeAspect="1"/>
          </p:cNvPicPr>
          <p:nvPr>
            <p:ph type="pic" idx="11" sz="quarter"/>
          </p:nvPr>
        </p:nvPicPr>
        <p:blipFill>
          <a:blip r:embed="rId3"/>
          <a:srcRect/>
          <a:stretch>
            <a:fillRect/>
          </a:stretch>
        </p:blipFill>
        <p:spPr>
          <a:xfrm>
            <a:off x="3684945" y="1797930"/>
            <a:ext cx="7745054" cy="4356592"/>
          </a:xfr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¿Qué haremos?</a:t>
            </a:r>
          </a:p>
        </p:txBody>
      </p:sp>
      <p:pic>
        <p:nvPicPr>
          <p:cNvPr id="3" name="02.1_heart_beat.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441138" y="1232015"/>
            <a:ext cx="9331959" cy="5249226"/>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¿Qué es una Secuencia?</a:t>
            </a:r>
          </a:p>
        </p:txBody>
      </p:sp>
      <p:pic>
        <p:nvPicPr>
          <p:cNvPr id="3" name="Picture Placeholder 2" descr="src_02.1-heart-beat_a-sequence.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800"/>
              <a:t>En programación, una </a:t>
            </a:r>
            <a:r>
              <a:rPr sz="1800" b="1"/>
              <a:t>secuencia</a:t>
            </a:r>
            <a:r>
              <a:rPr sz="1800"/>
              <a:t> es simplemente una serie de instrucciones que se ejecutan una tras otra, en un orden estricto. Es como seguir una receta de cocina: primero mezclas los ingredientes, luego los horneas. No puedes hornearlos antes de mezclarlos. El computador sigue tus bloques de arriba hacia abajo, exactamente como los has colocado.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 Bucle Infinito: ¡Repetir para Siempre!</a:t>
            </a:r>
          </a:p>
        </p:txBody>
      </p:sp>
      <p:pic>
        <p:nvPicPr>
          <p:cNvPr id="3" name="Picture Placeholder 2" descr="src_02.1-heart-beat_b-infinite-loop.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700"/>
              <a:t>¿Qué pasa si quieres que una acción se repita para siempre sin parar? ¡Para eso usamos un </a:t>
            </a:r>
            <a:r>
              <a:rPr sz="1700" b="1"/>
              <a:t>bucle infinito</a:t>
            </a:r>
            <a:r>
              <a:rPr sz="1700"/>
              <a:t>! El bloque `repetir para siempre` es como el motor de nuestro programa. Todo lo que pongas dentro de él se ejecutará una y otra vez, creando un ciclo continuo. Es perfecto para nuestra animación de latido de corazón, ¡porque queremos que siga latiendo mientras el programa esté activo!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Bucles Anidados: Ritmo Dentro del Ritmo</a:t>
            </a:r>
          </a:p>
        </p:txBody>
      </p:sp>
      <p:pic>
        <p:nvPicPr>
          <p:cNvPr id="3" name="Picture Placeholder 2" descr="src_02.1-heart-beat_c-nested-loops.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700"/>
              <a:t>Podemos hacer nuestras animaciones aún más interesantes poniendo un bucle *dentro* de otro. A esto lo llamamos </a:t>
            </a:r>
            <a:r>
              <a:rPr sz="1700" b="1"/>
              <a:t>bucles anidados</a:t>
            </a:r>
            <a:r>
              <a:rPr sz="1700"/>
              <a:t>. En nuestro proyecto, el `bucle infinito` crea el latido principal y constante. Dentro de cada latido, usaremos un bucle `repetir 2 veces` más pequeño y rápido para crear un nuevo ritmo de latido. ¡Es como tener un ritmo rápido dentro de un ritmo más lento!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Crear</a:t>
            </a:r>
          </a:p>
        </p:txBody>
      </p:sp>
      <p:sp>
        <p:nvSpPr>
          <p:cNvPr id="3" name="Text Placeholder 2"/>
          <p:cNvSpPr>
            <a:spLocks noGrp="1"/>
          </p:cNvSpPr>
          <p:nvPr>
            <p:ph type="body" idx="12" sz="quarter"/>
          </p:nvPr>
        </p:nvSpPr>
        <p:spPr/>
        <p:txBody>
          <a:bodyPr wrap="square">
            <a:normAutofit/>
          </a:bodyPr>
          <a:lstStyle/>
          <a:p>
            <a:r>
              <a:rPr sz="3000"/>
              <a:t>Presiona </a:t>
            </a:r>
            <a:r>
              <a:rPr sz="3000" b="1"/>
              <a:t>Agregar dispositivo</a:t>
            </a:r>
            <a:r>
              <a:rPr sz="3000"/>
              <a:t> y selecciona el componente </a:t>
            </a:r>
            <a:r>
              <a:rPr sz="3000" b="1"/>
              <a:t>DibujoLED</a:t>
            </a:r>
            <a:r>
              <a:rPr sz="3000"/>
              <a:t> que es donde se mostrará la animación.</a:t>
            </a:r>
          </a:p>
          <a:p>
            <a:r>
              <a:rPr sz="3000"/>
              <a:t>Presiona de nuevo </a:t>
            </a:r>
            <a:r>
              <a:rPr sz="3000" b="1"/>
              <a:t>Agregar dispositivo</a:t>
            </a:r>
            <a:r>
              <a:rPr sz="3000"/>
              <a:t> y selecciona </a:t>
            </a:r>
            <a:r>
              <a:rPr sz="3000" b="1"/>
              <a:t>TecladoMusical</a:t>
            </a:r>
            <a:r>
              <a:rPr sz="3000"/>
              <a:t> para agregar el sonido del latido.</a:t>
            </a:r>
          </a:p>
          <a:p>
            <a:r>
              <a:rPr sz="3000"/>
              <a:t>Recuerda que si no tienes un celular para escanear los códigos </a:t>
            </a:r>
            <a:r>
              <a:rPr sz="3000" b="1"/>
              <a:t>QR</a:t>
            </a:r>
            <a:r>
              <a:rPr sz="3000"/>
              <a:t>, puedes presionar </a:t>
            </a:r>
            <a:r>
              <a:rPr sz="3000" b="1"/>
              <a:t>Abrir en esta ventana</a:t>
            </a:r>
            <a:r>
              <a:rPr sz="3000"/>
              <a:t> para abrir los componentes en el mismo computador.</a:t>
            </a:r>
          </a:p>
        </p:txBody>
      </p:sp>
      <p:sp>
        <p:nvSpPr>
          <p:cNvPr id="4" name="Chart Placeholder 3"/>
          <p:cNvSpPr>
            <a:spLocks noGrp="1"/>
          </p:cNvSpPr>
          <p:nvPr>
            <p:ph type="chart" idx="14" sz="quarter"/>
          </p:nvPr>
        </p:nvSpPr>
        <p:spPr/>
        <p:txBody>
          <a:bodyPr/>
          <a:p>
            <a:r>
              <a:rPr sz="1400"/>
              <a:t>Vamos a crear nuestro llavero de corazón.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Composición del Código</a:t>
            </a:r>
          </a:p>
        </p:txBody>
      </p:sp>
      <p:pic>
        <p:nvPicPr>
          <p:cNvPr id="3" name="Picture Placeholder 2" descr="screenshot_e67f656ffa69baf228ca2b515688f434.png"/>
          <p:cNvPicPr>
            <a:picLocks noGrp="1" noChangeAspect="1"/>
          </p:cNvPicPr>
          <p:nvPr>
            <p:ph type="pic" idx="11" sz="quarter"/>
          </p:nvPr>
        </p:nvPicPr>
        <p:blipFill>
          <a:blip r:embed="rId3"/>
          <a:srcRect/>
          <a:stretch>
            <a:fillRect/>
          </a:stretch>
        </p:blipFill>
        <p:spPr>
          <a:xfrm>
            <a:off x="2780461" y="2447348"/>
            <a:ext cx="2691698" cy="4072184"/>
          </a:xfrm>
        </p:spPr>
      </p:pic>
      <p:sp>
        <p:nvSpPr>
          <p:cNvPr id="4" name="Text Placeholder 3"/>
          <p:cNvSpPr>
            <a:spLocks noGrp="1"/>
          </p:cNvSpPr>
          <p:nvPr>
            <p:ph type="body" idx="12" sz="quarter"/>
          </p:nvPr>
        </p:nvSpPr>
        <p:spPr/>
        <p:txBody>
          <a:bodyPr wrap="square">
            <a:normAutofit/>
          </a:bodyPr>
          <a:lstStyle/>
          <a:p>
            <a:r>
              <a:rPr sz="1800"/>
              <a:t>Haz clic en el signo de interrogación para abrir los comentarios que explican el código.</a:t>
            </a:r>
          </a:p>
        </p:txBody>
      </p:sp>
      <p:sp>
        <p:nvSpPr>
          <p:cNvPr id="5" name="Chart Placeholder 4"/>
          <p:cNvSpPr>
            <a:spLocks noGrp="1"/>
          </p:cNvSpPr>
          <p:nvPr>
            <p:ph type="chart" idx="14" sz="quarter"/>
          </p:nvPr>
        </p:nvSpPr>
        <p:spPr/>
        <p:txBody>
          <a:bodyPr/>
          <a:p>
            <a:r>
              <a:rPr u="sng">
                <a:solidFill>
                  <a:srgbClr val="0000FF"/>
                </a:solidFill>
                <a:hlinkClick r:id="rId4"/>
              </a:rPr>
              <a:t>Ver el programa completo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Reflexiona</a:t>
            </a:r>
          </a:p>
        </p:txBody>
      </p:sp>
      <p:sp>
        <p:nvSpPr>
          <p:cNvPr id="4" name="Content Placeholder 3"/>
          <p:cNvSpPr>
            <a:spLocks noGrp="1"/>
          </p:cNvSpPr>
          <p:nvPr>
            <p:ph idx="1"/>
          </p:nvPr>
        </p:nvSpPr>
        <p:spPr/>
        <p:txBody>
          <a:bodyPr wrap="square">
            <a:normAutofit/>
          </a:bodyPr>
          <a:lstStyle/>
          <a:p>
            <a:r>
              <a:rPr sz="3000"/>
              <a:t>Acabas de crear tu primera animación. ¿Qué parte del código hace que el corazón lata sin parar?</a:t>
            </a:r>
          </a:p>
          <a:p>
            <a:r>
              <a:rPr sz="3000"/>
              <a:t>¿Y qué parte crea el efecto de ritmo rápido después del latido principal?</a:t>
            </a:r>
          </a:p>
          <a:p>
            <a:r>
              <a:rPr sz="3000"/>
              <a:t>¿Qué pasaría si cambiaras el número en el bucle anidado de 2 a 10? ¿Y si cambiaras las pausas de tiempo?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Desafío</a:t>
            </a:r>
          </a:p>
        </p:txBody>
      </p:sp>
      <p:pic>
        <p:nvPicPr>
          <p:cNvPr id="3" name="Picture Placeholder 2" descr="src_02.1-heart-beat_d-custom-key-chain.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900"/>
              <a:t>¡Personaliza tu llavero! Intenta cambiar el retraso de tiempo entre latidos del corazón para crear nuevas velocidades de latido. Para un reto mayor puedes intentar cambiar la forma que se muestra (corazón) a una más creativa, puede ser una cara sonriente, una luna o lo que puedas imaginar!</a:t>
            </a:r>
          </a:p>
        </p:txBody>
      </p:sp>
    </p:spTree>
  </p:cSld>
  <p:clrMapOvr>
    <a:masterClrMapping/>
  </p:clrMapOvr>
</p:sld>
</file>

<file path=ppt/theme/theme1.xml><?xml version="1.0" encoding="utf-8"?>
<a:theme xmlns:a="http://schemas.openxmlformats.org/drawingml/2006/main" name="Office Theme">
  <a:themeElements>
    <a:clrScheme name="Custom 2">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FFFFF"/>
      </a:hlink>
      <a:folHlink>
        <a:srgbClr val="FFFF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229</TotalTime>
  <Words>58</Words>
  <Application>Microsoft Office PowerPoint</Application>
  <PresentationFormat>Widescreen</PresentationFormat>
  <Paragraphs>11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Segoe UI</vt:lpstr>
      <vt:lpstr>Segoe UI Black</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Alessio Bellino</dc:creator>
  <cp:lastModifiedBy>Alessio Bellino</cp:lastModifiedBy>
  <cp:revision>41</cp:revision>
  <dcterms:created xsi:type="dcterms:W3CDTF">2025-08-23T17:03:52Z</dcterms:created>
  <dcterms:modified xsi:type="dcterms:W3CDTF">2025-09-03T15:49:53Z</dcterms:modified>
</cp:coreProperties>
</file>