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Tus programas ya saben repetir y reaccionar a los sensores; ¡ahora enseñémosles a tomar decisiones! ¿Cómo puede un programa decidir si debe sonar una alarma o no? En esta misión, te convertirás en un agente de seguridad para proteger un tesoro muy valioso (¡tus galletas!) usando la herramienta más fundamental de la lógica de programación: el condicional 'SI...' (If…). ¡Prepárate para que tu código empiece a pensar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`bucle principal` se ejecuta sin parar, actuando como un vigilante. Dentro, el bloque `si` hace la pregunta clave en cada ciclo: `¿es la inclinación en X mayor que 20?`. La mayor parte del tiempo, la respuesta es 'no', y el código dentro del `si` se ignora por completo. Pero en el momento en que inclinas la caja, la condición se vuelve 'verdadera', y solo entonces se ejecuta la secuencia de alarma que está dentro.</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alarma-caja-galletas&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¡Alarma: El Ladrón de Galletas!</a:t>
            </a:r>
          </a:p>
        </p:txBody>
      </p:sp>
      <p:sp>
        <p:nvSpPr>
          <p:cNvPr id="3" name="Subtitle 2"/>
          <p:cNvSpPr>
            <a:spLocks noGrp="1"/>
          </p:cNvSpPr>
          <p:nvPr>
            <p:ph type="subTitle" idx="1"/>
          </p:nvPr>
        </p:nvSpPr>
        <p:spPr/>
        <p:txBody>
          <a:bodyPr/>
          <a:lstStyle/>
          <a:p>
            <a:r>
              <a:t>Enseña a tu programa a 'pensar'. Aprende a usar condicionales 'Si...' (If…) para que tu prototipo tome decisiones y active una alarma para proteger tu caja de galletas secreta.</a:t>
            </a:r>
          </a:p>
        </p:txBody>
      </p:sp>
      <p:pic>
        <p:nvPicPr>
          <p:cNvPr id="4" name="Picture Placeholder 3" descr="src_16.1-cookie-thief-alarm_16.1-alarma-ladron-galletas.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16.1_cookie_thief_alar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Tomando Decisiones: El Bloque 'Si...'</a:t>
            </a:r>
          </a:p>
        </p:txBody>
      </p:sp>
      <p:pic>
        <p:nvPicPr>
          <p:cNvPr id="3" name="Picture Placeholder 2" descr="src_16.1-cookie-thief-alarm_a-if-conditional.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600"/>
              <a:t>Los programas no solo siguen listas de órdenes, también pueden tomar decisiones. La herramienta principal para esto es el condicional </a:t>
            </a:r>
            <a:r>
              <a:rPr sz="1600" b="1"/>
              <a:t>"Si..."</a:t>
            </a:r>
            <a:r>
              <a:rPr sz="1600"/>
              <a:t> (o "if" en inglés). Funciona igual que en la vida real: </a:t>
            </a:r>
            <a:r>
              <a:rPr sz="1600" b="1"/>
              <a:t>SI</a:t>
            </a:r>
            <a:r>
              <a:rPr sz="1600"/>
              <a:t> está lloviendo, </a:t>
            </a:r>
            <a:r>
              <a:rPr sz="1600" b="1"/>
              <a:t>ENTONCES</a:t>
            </a:r>
            <a:r>
              <a:rPr sz="1600"/>
              <a:t> busco un paraguas.</a:t>
            </a:r>
          </a:p>
          <a:p>
            <a:r>
              <a:rPr sz="1600"/>
              <a:t>El programa evalúa una </a:t>
            </a:r>
            <a:r>
              <a:rPr sz="1600" b="1"/>
              <a:t>condición</a:t>
            </a:r>
            <a:r>
              <a:rPr sz="1600"/>
              <a:t>. Si la condición es </a:t>
            </a:r>
            <a:r>
              <a:rPr sz="1600" b="1"/>
              <a:t>verdadera</a:t>
            </a:r>
            <a:r>
              <a:rPr sz="1600"/>
              <a:t>, ejecuta el código que tiene dentro. Si es </a:t>
            </a:r>
            <a:r>
              <a:rPr sz="1600" b="1"/>
              <a:t>falsa</a:t>
            </a:r>
            <a:r>
              <a:rPr sz="1600"/>
              <a:t>, simplemente se salta ese código y continúa.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Condiciones: Preguntas de Verdadero o Falso</a:t>
            </a:r>
          </a:p>
        </p:txBody>
      </p:sp>
      <p:pic>
        <p:nvPicPr>
          <p:cNvPr id="3" name="Picture Placeholder 2" descr="src_16.1-cookie-thief-alarm_b-conditions.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500"/>
              <a:t>Una </a:t>
            </a:r>
            <a:r>
              <a:rPr sz="1500" b="1"/>
              <a:t>condición</a:t>
            </a:r>
            <a:r>
              <a:rPr sz="1500"/>
              <a:t> es una pregunta que el programa se hace y cuya respuesta solo puede ser </a:t>
            </a:r>
            <a:r>
              <a:rPr sz="1500" b="1"/>
              <a:t>VERDADERO</a:t>
            </a:r>
            <a:r>
              <a:rPr sz="1500"/>
              <a:t> (True en inglés) o </a:t>
            </a:r>
            <a:r>
              <a:rPr sz="1500" b="1"/>
              <a:t>FALSO</a:t>
            </a:r>
            <a:r>
              <a:rPr sz="1500"/>
              <a:t> (False en inglés). No hay respuestas intermedias. Por ejemplo:</a:t>
            </a:r>
          </a:p>
          <a:p>
            <a:r>
              <a:rPr sz="1500"/>
              <a:t>- ¿Es 5 mayor que 3? -&gt; </a:t>
            </a:r>
            <a:r>
              <a:rPr sz="1500" b="1"/>
              <a:t>VERDADERO</a:t>
            </a:r>
            <a:r>
              <a:rPr sz="1500"/>
              <a:t/>
            </a:r>
          </a:p>
          <a:p>
            <a:r>
              <a:rPr sz="1500"/>
              <a:t>- ¿Es 10 igual a 2? -&gt; </a:t>
            </a:r>
            <a:r>
              <a:rPr sz="1500" b="1"/>
              <a:t>FALSO</a:t>
            </a:r>
            <a:r>
              <a:rPr sz="1500"/>
              <a:t/>
            </a:r>
          </a:p>
          <a:p>
            <a:r>
              <a:rPr sz="1500"/>
              <a:t>- ¿El valor del sensor de inclinación es mayor que 20? -&gt; Puede ser </a:t>
            </a:r>
            <a:r>
              <a:rPr sz="1500" b="1"/>
              <a:t>VERDADERO</a:t>
            </a:r>
            <a:r>
              <a:rPr sz="1500"/>
              <a:t> o </a:t>
            </a:r>
            <a:r>
              <a:rPr sz="1500" b="1"/>
              <a:t>FALSO</a:t>
            </a:r>
            <a:r>
              <a:rPr sz="1500"/>
              <a:t>.</a:t>
            </a:r>
          </a:p>
          <a:p>
            <a:r>
              <a:rPr sz="1500"/>
              <a:t>Este tipo de lógica de dos opciones se llama </a:t>
            </a:r>
            <a:r>
              <a:rPr sz="1500" b="1"/>
              <a:t>lógica booleana</a:t>
            </a:r>
            <a:r>
              <a:rPr sz="1500"/>
              <a:t>, y es la base de toda la toma de decisiones en la computación.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Lógica de Nuestra Alarma</a:t>
            </a:r>
          </a:p>
        </p:txBody>
      </p:sp>
      <p:pic>
        <p:nvPicPr>
          <p:cNvPr id="3" name="Picture Placeholder 2" descr="src_16.1-cookie-thief-alarm_c-alarm-diagram.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600"/>
              <a:t>Para nuestra alarma anti-ladrones, la lógica es muy clara:</a:t>
            </a:r>
          </a:p>
          <a:p>
            <a:pPr/>
            <a:r>
              <a:rPr sz="1600"/>
              <a:t/>
            </a:r>
            <a:r>
              <a:rPr sz="1600" b="1"/>
              <a:t>La Condición (la pregunta):</a:t>
            </a:r>
            <a:r>
              <a:rPr sz="1600"/>
              <a:t> ¿Está la tapa de la caja (el dispositivo) inclinada más de 20 grados?</a:t>
            </a:r>
          </a:p>
          <a:p>
            <a:pPr/>
            <a:r>
              <a:rPr sz="1600"/>
              <a:t/>
            </a:r>
            <a:r>
              <a:rPr sz="1600" b="1"/>
              <a:t>Si la respuesta es VERDADERO:</a:t>
            </a:r>
            <a:r>
              <a:rPr sz="1600"/>
              <a:t> ¡Alerta! Alguien está abriendo la caja. </a:t>
            </a:r>
            <a:r>
              <a:rPr sz="1600" b="1"/>
              <a:t>ENTONCES</a:t>
            </a:r>
            <a:r>
              <a:rPr sz="1600"/>
              <a:t>, activa la secuencia de alarma con luces y sonido.</a:t>
            </a:r>
          </a:p>
          <a:p>
            <a:pPr/>
            <a:r>
              <a:rPr sz="1600"/>
              <a:t/>
            </a:r>
            <a:r>
              <a:rPr sz="1600" b="1"/>
              <a:t>Si la respuesta es FALSO:</a:t>
            </a:r>
            <a:r>
              <a:rPr sz="1600"/>
              <a:t> Todo está en orden. No hagas nada y sigue vigilando.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Necesitaremos 3 componentes en nuestro celular: </a:t>
            </a:r>
            <a:r>
              <a:rPr sz="3000" b="1"/>
              <a:t>Inclinación</a:t>
            </a:r>
            <a:r>
              <a:rPr sz="3000"/>
              <a:t> para detectar si la tapa se abre, </a:t>
            </a:r>
            <a:r>
              <a:rPr sz="3000" b="1"/>
              <a:t>DibujoLED</a:t>
            </a:r>
            <a:r>
              <a:rPr sz="3000"/>
              <a:t> para la luz de alarma, y </a:t>
            </a:r>
            <a:r>
              <a:rPr sz="3000" b="1"/>
              <a:t>TecladoMusical</a:t>
            </a:r>
            <a:r>
              <a:rPr sz="3000"/>
              <a:t> para la alarma.</a:t>
            </a:r>
          </a:p>
          <a:p>
            <a:r>
              <a:rPr sz="3000"/>
              <a:t>Recuerda escanear todos los códigos QR en el mismo dispositivo.</a:t>
            </a:r>
          </a:p>
        </p:txBody>
      </p:sp>
      <p:sp>
        <p:nvSpPr>
          <p:cNvPr id="4" name="Chart Placeholder 3"/>
          <p:cNvSpPr>
            <a:spLocks noGrp="1"/>
          </p:cNvSpPr>
          <p:nvPr>
            <p:ph type="chart" idx="14" sz="quarter"/>
          </p:nvPr>
        </p:nvSpPr>
        <p:spPr/>
        <p:txBody>
          <a:bodyPr/>
          <a:p>
            <a:r>
              <a:rPr sz="1400"/>
              <a:t>¡Protege las galletas!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f338152eb24399f0badabd1cd19831dd.png"/>
          <p:cNvPicPr>
            <a:picLocks noGrp="1" noChangeAspect="1"/>
          </p:cNvPicPr>
          <p:nvPr>
            <p:ph type="pic" idx="11" sz="quarter"/>
          </p:nvPr>
        </p:nvPicPr>
        <p:blipFill>
          <a:blip r:embed="rId3"/>
          <a:srcRect/>
          <a:stretch>
            <a:fillRect/>
          </a:stretch>
        </p:blipFill>
        <p:spPr>
          <a:xfrm>
            <a:off x="2579532" y="2447348"/>
            <a:ext cx="3093555" cy="4072184"/>
          </a:xfrm>
        </p:spPr>
      </p:pic>
      <p:sp>
        <p:nvSpPr>
          <p:cNvPr id="4" name="Text Placeholder 3"/>
          <p:cNvSpPr>
            <a:spLocks noGrp="1"/>
          </p:cNvSpPr>
          <p:nvPr>
            <p:ph type="body" idx="12" sz="quarter"/>
          </p:nvPr>
        </p:nvSpPr>
        <p:spPr/>
        <p:txBody>
          <a:bodyPr wrap="square">
            <a:normAutofit/>
          </a:bodyPr>
          <a:lstStyle/>
          <a:p>
            <a:r>
              <a:rPr sz="1800"/>
              <a:t>El `bucle principal` se ejecuta sin parar, actuando como un vigilante.</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900"/>
              <a:t>Acabas de programar tu primera decisión. ¿Qué es un condicional y para qué sirve?</a:t>
            </a:r>
          </a:p>
          <a:p>
            <a:r>
              <a:rPr sz="2900"/>
              <a:t>¿Cuál es la "condición" o la "pregunta de verdadero/falso" que tu programa está evaluando constantemente?</a:t>
            </a:r>
          </a:p>
          <a:p>
            <a:r>
              <a:rPr sz="2900"/>
              <a:t>El umbral de la alarma está en 20. ¿Qué pasaría si lo cambiaras a 90? ¿Sería más o menos sensible la alarma?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16.1-cookie-thief-alarm_d-if-else-challenge.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900"/>
              <a:t>Nuestra alarma es un poco simple. Se activa, pero ¿qué pasa si el ladrón cierra la caja? La alarma debería detenerse. Para eso, necesitaríamos una forma de decirle al programa qué hacer cuando la condición </a:t>
            </a:r>
            <a:r>
              <a:rPr sz="1900" b="1"/>
              <a:t>no</a:t>
            </a:r>
            <a:r>
              <a:rPr sz="1900"/>
              <a:t> se cumple. ¿Se te ocurre cómo podría el programa apagar la alarma solo?</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