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9"/>
    <p:sldId id="258" r:id="rId11"/>
    <p:sldId id="259" r:id="rId12"/>
    <p:sldId id="260" r:id="rId13"/>
    <p:sldId id="261" r:id="rId14"/>
    <p:sldId id="262" r:id="rId15"/>
    <p:sldId id="263" r:id="rId16"/>
    <p:sldId id="264" r:id="rId17"/>
    <p:sldId id="26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38CA"/>
    <a:srgbClr val="1D4ED8"/>
    <a:srgbClr val="A551F4"/>
    <a:srgbClr val="FFFFFF"/>
    <a:srgbClr val="A16207"/>
    <a:srgbClr val="000000"/>
    <a:srgbClr val="FACC15"/>
    <a:srgbClr val="FFC93C"/>
    <a:srgbClr val="0575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D7F994-7B23-4B30-9E0D-141B518001FB}" v="23" dt="2025-09-03T15:49:48.4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microsoft.com/office/2016/11/relationships/changesInfo" Target="changesInfos/changesInfo1.xml"/><Relationship Id="rId8" Type="http://schemas.microsoft.com/office/2015/10/relationships/revisionInfo" Target="revisionInfo.xml"/><Relationship Id="rId9" Type="http://schemas.openxmlformats.org/officeDocument/2006/relationships/slide" Target="slides/slide2.xml"/><Relationship Id="rId10" Type="http://schemas.openxmlformats.org/officeDocument/2006/relationships/notesMaster" Target="notesMasters/notesMaster1.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ssio Bellino" userId="4d67f9ee-b7e6-436d-9ca9-011d058f5ab9" providerId="ADAL" clId="{D6D7F994-7B23-4B30-9E0D-141B518001FB}"/>
    <pc:docChg chg="undo custSel delSld modMainMaster">
      <pc:chgData name="Alessio Bellino" userId="4d67f9ee-b7e6-436d-9ca9-011d058f5ab9" providerId="ADAL" clId="{D6D7F994-7B23-4B30-9E0D-141B518001FB}" dt="2025-09-03T15:49:48.493" v="146" actId="404"/>
      <pc:docMkLst>
        <pc:docMk/>
      </pc:docMkLst>
      <pc:sldChg chg="del">
        <pc:chgData name="Alessio Bellino" userId="4d67f9ee-b7e6-436d-9ca9-011d058f5ab9" providerId="ADAL" clId="{D6D7F994-7B23-4B30-9E0D-141B518001FB}" dt="2025-08-27T01:13:29.985" v="83" actId="47"/>
        <pc:sldMkLst>
          <pc:docMk/>
          <pc:sldMk cId="1091577834" sldId="256"/>
        </pc:sldMkLst>
      </pc:sldChg>
      <pc:sldChg chg="del">
        <pc:chgData name="Alessio Bellino" userId="4d67f9ee-b7e6-436d-9ca9-011d058f5ab9" providerId="ADAL" clId="{D6D7F994-7B23-4B30-9E0D-141B518001FB}" dt="2025-08-27T01:13:28.949" v="82" actId="47"/>
        <pc:sldMkLst>
          <pc:docMk/>
          <pc:sldMk cId="0" sldId="257"/>
        </pc:sldMkLst>
      </pc:sldChg>
      <pc:sldChg chg="del">
        <pc:chgData name="Alessio Bellino" userId="4d67f9ee-b7e6-436d-9ca9-011d058f5ab9" providerId="ADAL" clId="{D6D7F994-7B23-4B30-9E0D-141B518001FB}" dt="2025-08-27T01:13:25.571" v="81" actId="47"/>
        <pc:sldMkLst>
          <pc:docMk/>
          <pc:sldMk cId="0" sldId="258"/>
        </pc:sldMkLst>
      </pc:sldChg>
      <pc:sldChg chg="del">
        <pc:chgData name="Alessio Bellino" userId="4d67f9ee-b7e6-436d-9ca9-011d058f5ab9" providerId="ADAL" clId="{D6D7F994-7B23-4B30-9E0D-141B518001FB}" dt="2025-08-27T01:13:25.571" v="81" actId="47"/>
        <pc:sldMkLst>
          <pc:docMk/>
          <pc:sldMk cId="0" sldId="259"/>
        </pc:sldMkLst>
      </pc:sldChg>
      <pc:sldChg chg="del">
        <pc:chgData name="Alessio Bellino" userId="4d67f9ee-b7e6-436d-9ca9-011d058f5ab9" providerId="ADAL" clId="{D6D7F994-7B23-4B30-9E0D-141B518001FB}" dt="2025-08-27T01:13:25.571" v="81" actId="47"/>
        <pc:sldMkLst>
          <pc:docMk/>
          <pc:sldMk cId="0" sldId="260"/>
        </pc:sldMkLst>
      </pc:sldChg>
      <pc:sldChg chg="del">
        <pc:chgData name="Alessio Bellino" userId="4d67f9ee-b7e6-436d-9ca9-011d058f5ab9" providerId="ADAL" clId="{D6D7F994-7B23-4B30-9E0D-141B518001FB}" dt="2025-08-27T01:13:25.571" v="81" actId="47"/>
        <pc:sldMkLst>
          <pc:docMk/>
          <pc:sldMk cId="0" sldId="261"/>
        </pc:sldMkLst>
      </pc:sldChg>
      <pc:sldChg chg="del">
        <pc:chgData name="Alessio Bellino" userId="4d67f9ee-b7e6-436d-9ca9-011d058f5ab9" providerId="ADAL" clId="{D6D7F994-7B23-4B30-9E0D-141B518001FB}" dt="2025-08-27T01:13:25.571" v="81" actId="47"/>
        <pc:sldMkLst>
          <pc:docMk/>
          <pc:sldMk cId="0" sldId="262"/>
        </pc:sldMkLst>
      </pc:sldChg>
      <pc:sldChg chg="del">
        <pc:chgData name="Alessio Bellino" userId="4d67f9ee-b7e6-436d-9ca9-011d058f5ab9" providerId="ADAL" clId="{D6D7F994-7B23-4B30-9E0D-141B518001FB}" dt="2025-08-27T01:13:25.571" v="81" actId="47"/>
        <pc:sldMkLst>
          <pc:docMk/>
          <pc:sldMk cId="0" sldId="263"/>
        </pc:sldMkLst>
      </pc:sldChg>
      <pc:sldChg chg="del">
        <pc:chgData name="Alessio Bellino" userId="4d67f9ee-b7e6-436d-9ca9-011d058f5ab9" providerId="ADAL" clId="{D6D7F994-7B23-4B30-9E0D-141B518001FB}" dt="2025-08-27T01:13:25.571" v="81" actId="47"/>
        <pc:sldMkLst>
          <pc:docMk/>
          <pc:sldMk cId="0" sldId="264"/>
        </pc:sldMkLst>
      </pc:sldChg>
      <pc:sldChg chg="del">
        <pc:chgData name="Alessio Bellino" userId="4d67f9ee-b7e6-436d-9ca9-011d058f5ab9" providerId="ADAL" clId="{D6D7F994-7B23-4B30-9E0D-141B518001FB}" dt="2025-08-27T01:13:25.571" v="81" actId="47"/>
        <pc:sldMkLst>
          <pc:docMk/>
          <pc:sldMk cId="0" sldId="265"/>
        </pc:sldMkLst>
      </pc:sldChg>
      <pc:sldChg chg="del">
        <pc:chgData name="Alessio Bellino" userId="4d67f9ee-b7e6-436d-9ca9-011d058f5ab9" providerId="ADAL" clId="{D6D7F994-7B23-4B30-9E0D-141B518001FB}" dt="2025-08-27T01:13:25.571" v="81" actId="47"/>
        <pc:sldMkLst>
          <pc:docMk/>
          <pc:sldMk cId="0" sldId="266"/>
        </pc:sldMkLst>
      </pc:sldChg>
      <pc:sldChg chg="del">
        <pc:chgData name="Alessio Bellino" userId="4d67f9ee-b7e6-436d-9ca9-011d058f5ab9" providerId="ADAL" clId="{D6D7F994-7B23-4B30-9E0D-141B518001FB}" dt="2025-08-27T01:13:25.571" v="81" actId="47"/>
        <pc:sldMkLst>
          <pc:docMk/>
          <pc:sldMk cId="0" sldId="267"/>
        </pc:sldMkLst>
      </pc:sldChg>
      <pc:sldChg chg="del">
        <pc:chgData name="Alessio Bellino" userId="4d67f9ee-b7e6-436d-9ca9-011d058f5ab9" providerId="ADAL" clId="{D6D7F994-7B23-4B30-9E0D-141B518001FB}" dt="2025-08-27T01:13:25.571" v="81" actId="47"/>
        <pc:sldMkLst>
          <pc:docMk/>
          <pc:sldMk cId="0" sldId="268"/>
        </pc:sldMkLst>
      </pc:sldChg>
      <pc:sldMasterChg chg="modSldLayout">
        <pc:chgData name="Alessio Bellino" userId="4d67f9ee-b7e6-436d-9ca9-011d058f5ab9" providerId="ADAL" clId="{D6D7F994-7B23-4B30-9E0D-141B518001FB}" dt="2025-09-03T15:49:48.493" v="146" actId="404"/>
        <pc:sldMasterMkLst>
          <pc:docMk/>
          <pc:sldMasterMk cId="661577070" sldId="2147483648"/>
        </pc:sldMasterMkLst>
        <pc:sldLayoutChg chg="modSp mod">
          <pc:chgData name="Alessio Bellino" userId="4d67f9ee-b7e6-436d-9ca9-011d058f5ab9" providerId="ADAL" clId="{D6D7F994-7B23-4B30-9E0D-141B518001FB}" dt="2025-09-03T15:49:04.125" v="130" actId="403"/>
          <pc:sldLayoutMkLst>
            <pc:docMk/>
            <pc:sldMasterMk cId="661577070" sldId="2147483648"/>
            <pc:sldLayoutMk cId="552119573" sldId="2147483649"/>
          </pc:sldLayoutMkLst>
          <pc:spChg chg="mod">
            <ac:chgData name="Alessio Bellino" userId="4d67f9ee-b7e6-436d-9ca9-011d058f5ab9" providerId="ADAL" clId="{D6D7F994-7B23-4B30-9E0D-141B518001FB}" dt="2025-09-03T15:49:04.125" v="130" actId="403"/>
            <ac:spMkLst>
              <pc:docMk/>
              <pc:sldMasterMk cId="661577070" sldId="2147483648"/>
              <pc:sldLayoutMk cId="552119573" sldId="2147483649"/>
              <ac:spMk id="2" creationId="{F452E439-A5BF-EE24-C08E-1F9F20701E7E}"/>
            </ac:spMkLst>
          </pc:spChg>
          <pc:spChg chg="mod">
            <ac:chgData name="Alessio Bellino" userId="4d67f9ee-b7e6-436d-9ca9-011d058f5ab9" providerId="ADAL" clId="{D6D7F994-7B23-4B30-9E0D-141B518001FB}" dt="2025-09-03T15:29:12.824" v="119" actId="1035"/>
            <ac:spMkLst>
              <pc:docMk/>
              <pc:sldMasterMk cId="661577070" sldId="2147483648"/>
              <pc:sldLayoutMk cId="552119573" sldId="2147483649"/>
              <ac:spMk id="7" creationId="{D9290BF2-0C25-514A-9D89-51E5C7543451}"/>
            </ac:spMkLst>
          </pc:spChg>
        </pc:sldLayoutChg>
        <pc:sldLayoutChg chg="modSp mod">
          <pc:chgData name="Alessio Bellino" userId="4d67f9ee-b7e6-436d-9ca9-011d058f5ab9" providerId="ADAL" clId="{D6D7F994-7B23-4B30-9E0D-141B518001FB}" dt="2025-09-03T15:48:48.805" v="127" actId="404"/>
          <pc:sldLayoutMkLst>
            <pc:docMk/>
            <pc:sldMasterMk cId="661577070" sldId="2147483648"/>
            <pc:sldLayoutMk cId="1168460104" sldId="2147483656"/>
          </pc:sldLayoutMkLst>
          <pc:spChg chg="mod">
            <ac:chgData name="Alessio Bellino" userId="4d67f9ee-b7e6-436d-9ca9-011d058f5ab9" providerId="ADAL" clId="{D6D7F994-7B23-4B30-9E0D-141B518001FB}" dt="2025-09-03T15:48:48.805" v="127" actId="404"/>
            <ac:spMkLst>
              <pc:docMk/>
              <pc:sldMasterMk cId="661577070" sldId="2147483648"/>
              <pc:sldLayoutMk cId="1168460104" sldId="2147483656"/>
              <ac:spMk id="2" creationId="{D7FA4241-75AB-E168-9F15-606C0FA2D9CB}"/>
            </ac:spMkLst>
          </pc:spChg>
          <pc:spChg chg="mod">
            <ac:chgData name="Alessio Bellino" userId="4d67f9ee-b7e6-436d-9ca9-011d058f5ab9" providerId="ADAL" clId="{D6D7F994-7B23-4B30-9E0D-141B518001FB}" dt="2025-09-03T15:29:29.320" v="121" actId="207"/>
            <ac:spMkLst>
              <pc:docMk/>
              <pc:sldMasterMk cId="661577070" sldId="2147483648"/>
              <pc:sldLayoutMk cId="1168460104" sldId="2147483656"/>
              <ac:spMk id="4" creationId="{A9CE6CAF-4FD0-1FA1-1965-C06A9FCE86EB}"/>
            </ac:spMkLst>
          </pc:spChg>
        </pc:sldLayoutChg>
        <pc:sldLayoutChg chg="modSp mod">
          <pc:chgData name="Alessio Bellino" userId="4d67f9ee-b7e6-436d-9ca9-011d058f5ab9" providerId="ADAL" clId="{D6D7F994-7B23-4B30-9E0D-141B518001FB}" dt="2025-09-03T15:49:12.616" v="132" actId="404"/>
          <pc:sldLayoutMkLst>
            <pc:docMk/>
            <pc:sldMasterMk cId="661577070" sldId="2147483648"/>
            <pc:sldLayoutMk cId="892857456" sldId="2147483657"/>
          </pc:sldLayoutMkLst>
          <pc:spChg chg="mod">
            <ac:chgData name="Alessio Bellino" userId="4d67f9ee-b7e6-436d-9ca9-011d058f5ab9" providerId="ADAL" clId="{D6D7F994-7B23-4B30-9E0D-141B518001FB}" dt="2025-09-03T15:49:12.616" v="132" actId="404"/>
            <ac:spMkLst>
              <pc:docMk/>
              <pc:sldMasterMk cId="661577070" sldId="2147483648"/>
              <pc:sldLayoutMk cId="892857456" sldId="2147483657"/>
              <ac:spMk id="2" creationId="{D7FA4241-75AB-E168-9F15-606C0FA2D9CB}"/>
            </ac:spMkLst>
          </pc:spChg>
          <pc:spChg chg="mod">
            <ac:chgData name="Alessio Bellino" userId="4d67f9ee-b7e6-436d-9ca9-011d058f5ab9" providerId="ADAL" clId="{D6D7F994-7B23-4B30-9E0D-141B518001FB}" dt="2025-09-03T15:29:23.023" v="120" actId="207"/>
            <ac:spMkLst>
              <pc:docMk/>
              <pc:sldMasterMk cId="661577070" sldId="2147483648"/>
              <pc:sldLayoutMk cId="892857456" sldId="2147483657"/>
              <ac:spMk id="4" creationId="{A9CE6CAF-4FD0-1FA1-1965-C06A9FCE86EB}"/>
            </ac:spMkLst>
          </pc:spChg>
        </pc:sldLayoutChg>
        <pc:sldLayoutChg chg="modSp mod">
          <pc:chgData name="Alessio Bellino" userId="4d67f9ee-b7e6-436d-9ca9-011d058f5ab9" providerId="ADAL" clId="{D6D7F994-7B23-4B30-9E0D-141B518001FB}" dt="2025-09-03T15:49:21.285" v="134" actId="404"/>
          <pc:sldLayoutMkLst>
            <pc:docMk/>
            <pc:sldMasterMk cId="661577070" sldId="2147483648"/>
            <pc:sldLayoutMk cId="2348620504" sldId="2147483658"/>
          </pc:sldLayoutMkLst>
          <pc:spChg chg="mod">
            <ac:chgData name="Alessio Bellino" userId="4d67f9ee-b7e6-436d-9ca9-011d058f5ab9" providerId="ADAL" clId="{D6D7F994-7B23-4B30-9E0D-141B518001FB}" dt="2025-09-03T15:49:21.285" v="134" actId="404"/>
            <ac:spMkLst>
              <pc:docMk/>
              <pc:sldMasterMk cId="661577070" sldId="2147483648"/>
              <pc:sldLayoutMk cId="2348620504" sldId="2147483658"/>
              <ac:spMk id="2" creationId="{D7FA4241-75AB-E168-9F15-606C0FA2D9CB}"/>
            </ac:spMkLst>
          </pc:spChg>
          <pc:spChg chg="mod">
            <ac:chgData name="Alessio Bellino" userId="4d67f9ee-b7e6-436d-9ca9-011d058f5ab9" providerId="ADAL" clId="{D6D7F994-7B23-4B30-9E0D-141B518001FB}" dt="2025-09-03T15:29:01.370" v="113" actId="207"/>
            <ac:spMkLst>
              <pc:docMk/>
              <pc:sldMasterMk cId="661577070" sldId="2147483648"/>
              <pc:sldLayoutMk cId="2348620504" sldId="2147483658"/>
              <ac:spMk id="4" creationId="{A9CE6CAF-4FD0-1FA1-1965-C06A9FCE86EB}"/>
            </ac:spMkLst>
          </pc:spChg>
        </pc:sldLayoutChg>
        <pc:sldLayoutChg chg="addSp delSp modSp mod">
          <pc:chgData name="Alessio Bellino" userId="4d67f9ee-b7e6-436d-9ca9-011d058f5ab9" providerId="ADAL" clId="{D6D7F994-7B23-4B30-9E0D-141B518001FB}" dt="2025-09-03T15:49:28.125" v="136" actId="404"/>
          <pc:sldLayoutMkLst>
            <pc:docMk/>
            <pc:sldMasterMk cId="661577070" sldId="2147483648"/>
            <pc:sldLayoutMk cId="1471266884" sldId="2147483659"/>
          </pc:sldLayoutMkLst>
          <pc:spChg chg="mod">
            <ac:chgData name="Alessio Bellino" userId="4d67f9ee-b7e6-436d-9ca9-011d058f5ab9" providerId="ADAL" clId="{D6D7F994-7B23-4B30-9E0D-141B518001FB}" dt="2025-09-03T15:49:28.125" v="136" actId="404"/>
            <ac:spMkLst>
              <pc:docMk/>
              <pc:sldMasterMk cId="661577070" sldId="2147483648"/>
              <pc:sldLayoutMk cId="1471266884" sldId="2147483659"/>
              <ac:spMk id="2" creationId="{D7FA4241-75AB-E168-9F15-606C0FA2D9CB}"/>
            </ac:spMkLst>
          </pc:spChg>
          <pc:spChg chg="add mod">
            <ac:chgData name="Alessio Bellino" userId="4d67f9ee-b7e6-436d-9ca9-011d058f5ab9" providerId="ADAL" clId="{D6D7F994-7B23-4B30-9E0D-141B518001FB}" dt="2025-08-27T01:11:08.780" v="46" actId="1035"/>
            <ac:spMkLst>
              <pc:docMk/>
              <pc:sldMasterMk cId="661577070" sldId="2147483648"/>
              <pc:sldLayoutMk cId="1471266884" sldId="2147483659"/>
              <ac:spMk id="3" creationId="{F876292C-B4E7-FCE3-1E74-154C919298A3}"/>
            </ac:spMkLst>
          </pc:spChg>
          <pc:spChg chg="mod">
            <ac:chgData name="Alessio Bellino" userId="4d67f9ee-b7e6-436d-9ca9-011d058f5ab9" providerId="ADAL" clId="{D6D7F994-7B23-4B30-9E0D-141B518001FB}" dt="2025-09-03T15:29:00.979" v="112" actId="207"/>
            <ac:spMkLst>
              <pc:docMk/>
              <pc:sldMasterMk cId="661577070" sldId="2147483648"/>
              <pc:sldLayoutMk cId="1471266884" sldId="2147483659"/>
              <ac:spMk id="4" creationId="{A9CE6CAF-4FD0-1FA1-1965-C06A9FCE86EB}"/>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5" creationId="{6F44FAD5-85C0-5126-BEBB-39AE90164067}"/>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6" creationId="{5E15C401-2708-BE2C-313C-6E972121150A}"/>
            </ac:spMkLst>
          </pc:spChg>
          <pc:spChg chg="mod">
            <ac:chgData name="Alessio Bellino" userId="4d67f9ee-b7e6-436d-9ca9-011d058f5ab9" providerId="ADAL" clId="{D6D7F994-7B23-4B30-9E0D-141B518001FB}" dt="2025-08-27T01:11:08.780" v="46" actId="1035"/>
            <ac:spMkLst>
              <pc:docMk/>
              <pc:sldMasterMk cId="661577070" sldId="2147483648"/>
              <pc:sldLayoutMk cId="1471266884" sldId="2147483659"/>
              <ac:spMk id="10" creationId="{7EE5EA41-8A93-19E6-0938-921548C16043}"/>
            </ac:spMkLst>
          </pc:spChg>
          <pc:spChg chg="mod">
            <ac:chgData name="Alessio Bellino" userId="4d67f9ee-b7e6-436d-9ca9-011d058f5ab9" providerId="ADAL" clId="{D6D7F994-7B23-4B30-9E0D-141B518001FB}" dt="2025-08-27T01:11:37.001" v="74" actId="14100"/>
            <ac:spMkLst>
              <pc:docMk/>
              <pc:sldMasterMk cId="661577070" sldId="2147483648"/>
              <pc:sldLayoutMk cId="1471266884" sldId="2147483659"/>
              <ac:spMk id="13" creationId="{33A5CA17-0E07-7C00-D057-B222092BBE90}"/>
            </ac:spMkLst>
          </pc:spChg>
        </pc:sldLayoutChg>
        <pc:sldLayoutChg chg="addSp delSp modSp mod">
          <pc:chgData name="Alessio Bellino" userId="4d67f9ee-b7e6-436d-9ca9-011d058f5ab9" providerId="ADAL" clId="{D6D7F994-7B23-4B30-9E0D-141B518001FB}" dt="2025-09-03T15:48:58.086" v="129" actId="403"/>
          <pc:sldLayoutMkLst>
            <pc:docMk/>
            <pc:sldMasterMk cId="661577070" sldId="2147483648"/>
            <pc:sldLayoutMk cId="1862163226" sldId="2147483660"/>
          </pc:sldLayoutMkLst>
          <pc:spChg chg="mod">
            <ac:chgData name="Alessio Bellino" userId="4d67f9ee-b7e6-436d-9ca9-011d058f5ab9" providerId="ADAL" clId="{D6D7F994-7B23-4B30-9E0D-141B518001FB}" dt="2025-09-03T15:48:58.086" v="129" actId="403"/>
            <ac:spMkLst>
              <pc:docMk/>
              <pc:sldMasterMk cId="661577070" sldId="2147483648"/>
              <pc:sldLayoutMk cId="1862163226" sldId="2147483660"/>
              <ac:spMk id="2" creationId="{F452E439-A5BF-EE24-C08E-1F9F20701E7E}"/>
            </ac:spMkLst>
          </pc:spChg>
          <pc:spChg chg="mod">
            <ac:chgData name="Alessio Bellino" userId="4d67f9ee-b7e6-436d-9ca9-011d058f5ab9" providerId="ADAL" clId="{D6D7F994-7B23-4B30-9E0D-141B518001FB}" dt="2025-09-03T15:29:32.545" v="122" actId="207"/>
            <ac:spMkLst>
              <pc:docMk/>
              <pc:sldMasterMk cId="661577070" sldId="2147483648"/>
              <pc:sldLayoutMk cId="1862163226" sldId="2147483660"/>
              <ac:spMk id="7" creationId="{D9290BF2-0C25-514A-9D89-51E5C7543451}"/>
            </ac:spMkLst>
          </pc:spChg>
        </pc:sldLayoutChg>
        <pc:sldLayoutChg chg="modSp mod">
          <pc:chgData name="Alessio Bellino" userId="4d67f9ee-b7e6-436d-9ca9-011d058f5ab9" providerId="ADAL" clId="{D6D7F994-7B23-4B30-9E0D-141B518001FB}" dt="2025-09-03T15:49:36.430" v="140" actId="404"/>
          <pc:sldLayoutMkLst>
            <pc:docMk/>
            <pc:sldMasterMk cId="661577070" sldId="2147483648"/>
            <pc:sldLayoutMk cId="4274332006" sldId="2147483661"/>
          </pc:sldLayoutMkLst>
          <pc:spChg chg="mod">
            <ac:chgData name="Alessio Bellino" userId="4d67f9ee-b7e6-436d-9ca9-011d058f5ab9" providerId="ADAL" clId="{D6D7F994-7B23-4B30-9E0D-141B518001FB}" dt="2025-09-03T15:49:36.430" v="140" actId="404"/>
            <ac:spMkLst>
              <pc:docMk/>
              <pc:sldMasterMk cId="661577070" sldId="2147483648"/>
              <pc:sldLayoutMk cId="4274332006" sldId="2147483661"/>
              <ac:spMk id="2" creationId="{D7FA4241-75AB-E168-9F15-606C0FA2D9CB}"/>
            </ac:spMkLst>
          </pc:spChg>
          <pc:spChg chg="mod">
            <ac:chgData name="Alessio Bellino" userId="4d67f9ee-b7e6-436d-9ca9-011d058f5ab9" providerId="ADAL" clId="{D6D7F994-7B23-4B30-9E0D-141B518001FB}" dt="2025-09-03T15:29:00.051" v="110" actId="207"/>
            <ac:spMkLst>
              <pc:docMk/>
              <pc:sldMasterMk cId="661577070" sldId="2147483648"/>
              <pc:sldLayoutMk cId="4274332006" sldId="2147483661"/>
              <ac:spMk id="6" creationId="{A414259A-EE28-0473-21CE-0257CE7539E5}"/>
            </ac:spMkLst>
          </pc:spChg>
        </pc:sldLayoutChg>
        <pc:sldLayoutChg chg="modSp mod">
          <pc:chgData name="Alessio Bellino" userId="4d67f9ee-b7e6-436d-9ca9-011d058f5ab9" providerId="ADAL" clId="{D6D7F994-7B23-4B30-9E0D-141B518001FB}" dt="2025-09-03T15:49:33.029" v="138" actId="404"/>
          <pc:sldLayoutMkLst>
            <pc:docMk/>
            <pc:sldMasterMk cId="661577070" sldId="2147483648"/>
            <pc:sldLayoutMk cId="708463557" sldId="2147483662"/>
          </pc:sldLayoutMkLst>
          <pc:spChg chg="mod">
            <ac:chgData name="Alessio Bellino" userId="4d67f9ee-b7e6-436d-9ca9-011d058f5ab9" providerId="ADAL" clId="{D6D7F994-7B23-4B30-9E0D-141B518001FB}" dt="2025-09-03T15:49:33.029" v="138" actId="404"/>
            <ac:spMkLst>
              <pc:docMk/>
              <pc:sldMasterMk cId="661577070" sldId="2147483648"/>
              <pc:sldLayoutMk cId="708463557" sldId="2147483662"/>
              <ac:spMk id="2" creationId="{D7FA4241-75AB-E168-9F15-606C0FA2D9CB}"/>
            </ac:spMkLst>
          </pc:spChg>
          <pc:spChg chg="mod">
            <ac:chgData name="Alessio Bellino" userId="4d67f9ee-b7e6-436d-9ca9-011d058f5ab9" providerId="ADAL" clId="{D6D7F994-7B23-4B30-9E0D-141B518001FB}" dt="2025-09-03T15:29:00.547" v="111" actId="207"/>
            <ac:spMkLst>
              <pc:docMk/>
              <pc:sldMasterMk cId="661577070" sldId="2147483648"/>
              <pc:sldLayoutMk cId="708463557" sldId="2147483662"/>
              <ac:spMk id="6" creationId="{A414259A-EE28-0473-21CE-0257CE7539E5}"/>
            </ac:spMkLst>
          </pc:spChg>
        </pc:sldLayoutChg>
        <pc:sldLayoutChg chg="modSp mod">
          <pc:chgData name="Alessio Bellino" userId="4d67f9ee-b7e6-436d-9ca9-011d058f5ab9" providerId="ADAL" clId="{D6D7F994-7B23-4B30-9E0D-141B518001FB}" dt="2025-09-03T15:49:48.493" v="146" actId="404"/>
          <pc:sldLayoutMkLst>
            <pc:docMk/>
            <pc:sldMasterMk cId="661577070" sldId="2147483648"/>
            <pc:sldLayoutMk cId="1162041891" sldId="2147483663"/>
          </pc:sldLayoutMkLst>
          <pc:spChg chg="mod">
            <ac:chgData name="Alessio Bellino" userId="4d67f9ee-b7e6-436d-9ca9-011d058f5ab9" providerId="ADAL" clId="{D6D7F994-7B23-4B30-9E0D-141B518001FB}" dt="2025-09-03T15:49:48.493" v="146" actId="404"/>
            <ac:spMkLst>
              <pc:docMk/>
              <pc:sldMasterMk cId="661577070" sldId="2147483648"/>
              <pc:sldLayoutMk cId="1162041891" sldId="2147483663"/>
              <ac:spMk id="2" creationId="{D7FA4241-75AB-E168-9F15-606C0FA2D9CB}"/>
            </ac:spMkLst>
          </pc:spChg>
          <pc:spChg chg="mod">
            <ac:chgData name="Alessio Bellino" userId="4d67f9ee-b7e6-436d-9ca9-011d058f5ab9" providerId="ADAL" clId="{D6D7F994-7B23-4B30-9E0D-141B518001FB}" dt="2025-09-03T15:49:46.156" v="144" actId="403"/>
            <ac:spMkLst>
              <pc:docMk/>
              <pc:sldMasterMk cId="661577070" sldId="2147483648"/>
              <pc:sldLayoutMk cId="1162041891" sldId="2147483663"/>
              <ac:spMk id="6" creationId="{A414259A-EE28-0473-21CE-0257CE7539E5}"/>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Tus programas ya saben repetir y reaccionar a los sensores; ¡ahora enseñémosles a tomar decisiones! ¿Cómo puede un programa decidir si debe sonar una alarma o no? En esta misión, te convertirás en un agente de seguridad para proteger un tesoro muy valioso (¡tus galletas!) usando la herramienta más fundamental de la lógica de programación: el condicional 'SI...' (If…). ¡Prepárate para que tu código empiece a pensar por sí mismo!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`bucle principal` se ejecuta sin parar, actuando como un vigilante. Dentro, el bloque `si` hace la pregunta clave en cada ciclo: `¿es la inclinación en X mayor que 20?`. La mayor parte del tiempo, la respuesta es 'no', y el código dentro del `si` se ignora por completo. Pero en el momento en que inclinas la caja, la condición se vuelve 'verdadera', y solo entonces se ejecuta la secuencia de alarma que está dentro.</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1"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dirty="0"/>
          </a:p>
        </p:txBody>
      </p:sp>
      <p:sp>
        <p:nvSpPr>
          <p:cNvPr id="8" name="Rectangle: Rounded Corners 7">
            <a:extLst>
              <a:ext uri="{FF2B5EF4-FFF2-40B4-BE49-F238E27FC236}">
                <a16:creationId xmlns:a16="http://schemas.microsoft.com/office/drawing/2014/main" id="{B1EBC41C-1973-BA75-6DA5-7476F2924EA7}"/>
              </a:ext>
            </a:extLst>
          </p:cNvPr>
          <p:cNvSpPr/>
          <p:nvPr userDrawn="1"/>
        </p:nvSpPr>
        <p:spPr>
          <a:xfrm>
            <a:off x="313509" y="1384663"/>
            <a:ext cx="11529241" cy="5130437"/>
          </a:xfrm>
          <a:prstGeom prst="roundRect">
            <a:avLst>
              <a:gd name="adj" fmla="val 3565"/>
            </a:avLst>
          </a:prstGeom>
          <a:solidFill>
            <a:srgbClr val="FACC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49250" y="332438"/>
            <a:ext cx="9702800" cy="498598"/>
          </a:xfrm>
        </p:spPr>
        <p:txBody>
          <a:bodyPr lIns="0" tIns="0" rIns="0" bIns="0" anchor="ctr" anchorCtr="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5B2B2810-E0CF-406E-4F44-3A1E40441DD8}"/>
              </a:ext>
            </a:extLst>
          </p:cNvPr>
          <p:cNvSpPr>
            <a:spLocks noGrp="1"/>
          </p:cNvSpPr>
          <p:nvPr>
            <p:ph type="subTitle" idx="1"/>
          </p:nvPr>
        </p:nvSpPr>
        <p:spPr>
          <a:xfrm>
            <a:off x="719394" y="3354907"/>
            <a:ext cx="2755326" cy="2828179"/>
          </a:xfrm>
        </p:spPr>
        <p:txBody>
          <a:bodyPr lIns="0" tIns="0" rIns="0" bIns="0" anchor="b" anchorCtr="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3684945" y="1769366"/>
            <a:ext cx="7745054" cy="4413720"/>
          </a:xfrm>
          <a:prstGeom prst="roundRect">
            <a:avLst>
              <a:gd name="adj" fmla="val 3456"/>
            </a:avLst>
          </a:prstGeom>
          <a:noFill/>
          <a:ln w="57150">
            <a:solidFill>
              <a:srgbClr val="FFFFFF"/>
            </a:solidFill>
          </a:ln>
        </p:spPr>
        <p:txBody>
          <a:bodyPr/>
          <a:lstStyle/>
          <a:p>
            <a:endParaRPr lang="en-US"/>
          </a:p>
        </p:txBody>
      </p:sp>
      <p:pic>
        <p:nvPicPr>
          <p:cNvPr id="10" name="Graphic 9">
            <a:extLst>
              <a:ext uri="{FF2B5EF4-FFF2-40B4-BE49-F238E27FC236}">
                <a16:creationId xmlns:a16="http://schemas.microsoft.com/office/drawing/2014/main" id="{AB9BB7E5-C85F-0334-276C-7C712C2ED2F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2626" y="388103"/>
            <a:ext cx="1640124" cy="369739"/>
          </a:xfrm>
          <a:prstGeom prst="rect">
            <a:avLst/>
          </a:prstGeom>
        </p:spPr>
      </p:pic>
      <p:grpSp>
        <p:nvGrpSpPr>
          <p:cNvPr id="12" name="Group 11">
            <a:extLst>
              <a:ext uri="{FF2B5EF4-FFF2-40B4-BE49-F238E27FC236}">
                <a16:creationId xmlns:a16="http://schemas.microsoft.com/office/drawing/2014/main" id="{1079A8B7-BAF0-EF58-AC85-EFDE61C90324}"/>
              </a:ext>
            </a:extLst>
          </p:cNvPr>
          <p:cNvGrpSpPr/>
          <p:nvPr userDrawn="1"/>
        </p:nvGrpSpPr>
        <p:grpSpPr>
          <a:xfrm>
            <a:off x="719394" y="1776715"/>
            <a:ext cx="1383463" cy="1317216"/>
            <a:chOff x="1784610" y="2330845"/>
            <a:chExt cx="1383463" cy="1317216"/>
          </a:xfrm>
        </p:grpSpPr>
        <p:sp>
          <p:nvSpPr>
            <p:cNvPr id="11" name="Rectangle: Rounded Corners 10">
              <a:extLst>
                <a:ext uri="{FF2B5EF4-FFF2-40B4-BE49-F238E27FC236}">
                  <a16:creationId xmlns:a16="http://schemas.microsoft.com/office/drawing/2014/main" id="{6EA8E70E-EF90-8C91-7557-6DA5901AE857}"/>
                </a:ext>
              </a:extLst>
            </p:cNvPr>
            <p:cNvSpPr/>
            <p:nvPr userDrawn="1"/>
          </p:nvSpPr>
          <p:spPr>
            <a:xfrm>
              <a:off x="1784610" y="2330845"/>
              <a:ext cx="1383463" cy="1317216"/>
            </a:xfrm>
            <a:prstGeom prst="roundRect">
              <a:avLst>
                <a:gd name="adj" fmla="val 84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D9C78F5D-0C65-AD3C-3EA2-AE6C8BBC813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72559" y="2451078"/>
              <a:ext cx="807564" cy="1076750"/>
            </a:xfrm>
            <a:prstGeom prst="rect">
              <a:avLst/>
            </a:prstGeom>
          </p:spPr>
        </p:pic>
      </p:grpSp>
    </p:spTree>
    <p:extLst>
      <p:ext uri="{BB962C8B-B14F-4D97-AF65-F5344CB8AC3E}">
        <p14:creationId xmlns:p14="http://schemas.microsoft.com/office/powerpoint/2010/main" val="552119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at-to-d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57517" y="352860"/>
            <a:ext cx="11489043" cy="498598"/>
          </a:xfrm>
        </p:spPr>
        <p:txBody>
          <a:bodyPr wrap="square" lIns="0" tIns="0" rIns="0" bIns="0" anchor="ctr" anchorCtr="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1441138" y="1197600"/>
            <a:ext cx="9331959" cy="5318057"/>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1862163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52629" y="405753"/>
            <a:ext cx="11509172"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2468" y="2107350"/>
            <a:ext cx="7742784" cy="4412426"/>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8469867" y="2107347"/>
            <a:ext cx="3379665" cy="4412427"/>
          </a:xfrm>
          <a:prstGeom prst="roundRect">
            <a:avLst>
              <a:gd name="adj" fmla="val 4602"/>
            </a:avLst>
          </a:prstGeom>
          <a:solidFill>
            <a:srgbClr val="000000">
              <a:alpha val="5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8460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6207" y="401133"/>
            <a:ext cx="11505434"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5152" y="1376583"/>
            <a:ext cx="5483524" cy="3124928"/>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5151" y="4836160"/>
            <a:ext cx="11505434" cy="1692886"/>
          </a:xfrm>
          <a:prstGeom prst="roundRect">
            <a:avLst>
              <a:gd name="adj" fmla="val 9302"/>
            </a:avLst>
          </a:prstGeom>
          <a:solidFill>
            <a:srgbClr val="000000">
              <a:alpha val="40000"/>
            </a:srgbClr>
          </a:solidFill>
        </p:spPr>
        <p:txBody>
          <a:bodyPr anchor="ctr" anchorCtr="0">
            <a:norm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5">
            <a:extLst>
              <a:ext uri="{FF2B5EF4-FFF2-40B4-BE49-F238E27FC236}">
                <a16:creationId xmlns:a16="http://schemas.microsoft.com/office/drawing/2014/main" id="{0DF48D15-1243-3CFE-9BF8-52297AA92FD4}"/>
              </a:ext>
            </a:extLst>
          </p:cNvPr>
          <p:cNvSpPr>
            <a:spLocks noGrp="1"/>
          </p:cNvSpPr>
          <p:nvPr>
            <p:ph type="pic" sz="quarter" idx="13"/>
          </p:nvPr>
        </p:nvSpPr>
        <p:spPr>
          <a:xfrm>
            <a:off x="6363324" y="1376583"/>
            <a:ext cx="5483524" cy="3124928"/>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892857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845" y="399603"/>
            <a:ext cx="1151688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33375" y="1346630"/>
            <a:ext cx="3577086" cy="2038495"/>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3774775"/>
            <a:ext cx="11524350" cy="2757636"/>
          </a:xfrm>
          <a:prstGeom prst="roundRect">
            <a:avLst>
              <a:gd name="adj" fmla="val 4836"/>
            </a:avLst>
          </a:prstGeom>
          <a:solidFill>
            <a:srgbClr val="000000">
              <a:alpha val="4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F2FA5519-3AB3-CEC1-AE02-532EC2CCB4D8}"/>
              </a:ext>
            </a:extLst>
          </p:cNvPr>
          <p:cNvSpPr>
            <a:spLocks noGrp="1"/>
          </p:cNvSpPr>
          <p:nvPr>
            <p:ph type="pic" sz="quarter" idx="13"/>
          </p:nvPr>
        </p:nvSpPr>
        <p:spPr>
          <a:xfrm>
            <a:off x="4307007" y="1346630"/>
            <a:ext cx="3577086" cy="2038495"/>
          </a:xfrm>
          <a:prstGeom prst="roundRect">
            <a:avLst>
              <a:gd name="adj" fmla="val 3456"/>
            </a:avLst>
          </a:prstGeom>
          <a:solidFill>
            <a:schemeClr val="tx1"/>
          </a:solidFill>
          <a:ln w="38100">
            <a:noFill/>
          </a:ln>
        </p:spPr>
        <p:txBody>
          <a:bodyPr/>
          <a:lstStyle/>
          <a:p>
            <a:endParaRPr lang="en-US"/>
          </a:p>
        </p:txBody>
      </p:sp>
      <p:sp>
        <p:nvSpPr>
          <p:cNvPr id="9" name="Picture Placeholder 5">
            <a:extLst>
              <a:ext uri="{FF2B5EF4-FFF2-40B4-BE49-F238E27FC236}">
                <a16:creationId xmlns:a16="http://schemas.microsoft.com/office/drawing/2014/main" id="{31B82278-DD8A-4CE0-788E-1B913AF1EBBC}"/>
              </a:ext>
            </a:extLst>
          </p:cNvPr>
          <p:cNvSpPr>
            <a:spLocks noGrp="1"/>
          </p:cNvSpPr>
          <p:nvPr>
            <p:ph type="pic" sz="quarter" idx="14"/>
          </p:nvPr>
        </p:nvSpPr>
        <p:spPr>
          <a:xfrm>
            <a:off x="8280639" y="1346630"/>
            <a:ext cx="3577086" cy="2038495"/>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2348620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our-img">
    <p:bg>
      <p:bgPr>
        <a:solidFill>
          <a:srgbClr val="000000">
            <a:alpha val="40000"/>
          </a:srgbClr>
        </a:solidFill>
        <a:effectLst/>
      </p:bgPr>
    </p:b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1745" y="396509"/>
            <a:ext cx="1150851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10" name="Picture Placeholder 5">
            <a:extLst>
              <a:ext uri="{FF2B5EF4-FFF2-40B4-BE49-F238E27FC236}">
                <a16:creationId xmlns:a16="http://schemas.microsoft.com/office/drawing/2014/main" id="{7EE5EA41-8A93-19E6-0938-921548C16043}"/>
              </a:ext>
            </a:extLst>
          </p:cNvPr>
          <p:cNvSpPr>
            <a:spLocks noGrp="1"/>
          </p:cNvSpPr>
          <p:nvPr>
            <p:ph type="pic" sz="quarter" idx="15"/>
          </p:nvPr>
        </p:nvSpPr>
        <p:spPr>
          <a:xfrm>
            <a:off x="336974" y="1330039"/>
            <a:ext cx="3898598" cy="2221717"/>
          </a:xfrm>
          <a:prstGeom prst="roundRect">
            <a:avLst>
              <a:gd name="adj" fmla="val 3456"/>
            </a:avLst>
          </a:prstGeom>
          <a:solidFill>
            <a:schemeClr val="tx1"/>
          </a:solidFill>
          <a:ln w="38100">
            <a:noFill/>
          </a:ln>
        </p:spPr>
        <p:txBody>
          <a:bodyPr/>
          <a:lstStyle/>
          <a:p>
            <a:endParaRPr lang="en-US"/>
          </a:p>
        </p:txBody>
      </p:sp>
      <p:sp>
        <p:nvSpPr>
          <p:cNvPr id="13" name="Text Placeholder 6">
            <a:extLst>
              <a:ext uri="{FF2B5EF4-FFF2-40B4-BE49-F238E27FC236}">
                <a16:creationId xmlns:a16="http://schemas.microsoft.com/office/drawing/2014/main" id="{33A5CA17-0E07-7C00-D057-B222092BBE90}"/>
              </a:ext>
            </a:extLst>
          </p:cNvPr>
          <p:cNvSpPr>
            <a:spLocks noGrp="1"/>
          </p:cNvSpPr>
          <p:nvPr>
            <p:ph type="body" sz="quarter" idx="12"/>
          </p:nvPr>
        </p:nvSpPr>
        <p:spPr>
          <a:xfrm>
            <a:off x="8793018" y="1335991"/>
            <a:ext cx="3062205" cy="5180899"/>
          </a:xfrm>
          <a:prstGeom prst="roundRect">
            <a:avLst>
              <a:gd name="adj" fmla="val 3016"/>
            </a:avLst>
          </a:prstGeom>
          <a:solidFill>
            <a:schemeClr val="tx1">
              <a:lumMod val="85000"/>
              <a:lumOff val="15000"/>
            </a:scheme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5">
            <a:extLst>
              <a:ext uri="{FF2B5EF4-FFF2-40B4-BE49-F238E27FC236}">
                <a16:creationId xmlns:a16="http://schemas.microsoft.com/office/drawing/2014/main" id="{F876292C-B4E7-FCE3-1E74-154C919298A3}"/>
              </a:ext>
            </a:extLst>
          </p:cNvPr>
          <p:cNvSpPr>
            <a:spLocks noGrp="1"/>
          </p:cNvSpPr>
          <p:nvPr>
            <p:ph type="pic" sz="quarter" idx="19"/>
          </p:nvPr>
        </p:nvSpPr>
        <p:spPr>
          <a:xfrm>
            <a:off x="4540373" y="1330039"/>
            <a:ext cx="3898598" cy="2221717"/>
          </a:xfrm>
          <a:prstGeom prst="roundRect">
            <a:avLst>
              <a:gd name="adj" fmla="val 3456"/>
            </a:avLst>
          </a:prstGeom>
          <a:solidFill>
            <a:schemeClr val="tx1"/>
          </a:solidFill>
          <a:ln w="38100">
            <a:noFill/>
          </a:ln>
        </p:spPr>
        <p:txBody>
          <a:bodyPr/>
          <a:lstStyle/>
          <a:p>
            <a:endParaRPr lang="en-US"/>
          </a:p>
        </p:txBody>
      </p:sp>
      <p:sp>
        <p:nvSpPr>
          <p:cNvPr id="5" name="Picture Placeholder 5">
            <a:extLst>
              <a:ext uri="{FF2B5EF4-FFF2-40B4-BE49-F238E27FC236}">
                <a16:creationId xmlns:a16="http://schemas.microsoft.com/office/drawing/2014/main" id="{6F44FAD5-85C0-5126-BEBB-39AE90164067}"/>
              </a:ext>
            </a:extLst>
          </p:cNvPr>
          <p:cNvSpPr>
            <a:spLocks noGrp="1"/>
          </p:cNvSpPr>
          <p:nvPr>
            <p:ph type="pic" sz="quarter" idx="20"/>
          </p:nvPr>
        </p:nvSpPr>
        <p:spPr>
          <a:xfrm>
            <a:off x="336974" y="4295174"/>
            <a:ext cx="3898598" cy="2221717"/>
          </a:xfrm>
          <a:prstGeom prst="roundRect">
            <a:avLst>
              <a:gd name="adj" fmla="val 3456"/>
            </a:avLst>
          </a:prstGeom>
          <a:solidFill>
            <a:schemeClr val="tx1"/>
          </a:solidFill>
          <a:ln w="38100">
            <a:noFill/>
          </a:ln>
        </p:spPr>
        <p:txBody>
          <a:bodyPr/>
          <a:lstStyle/>
          <a:p>
            <a:endParaRPr lang="en-US"/>
          </a:p>
        </p:txBody>
      </p:sp>
      <p:sp>
        <p:nvSpPr>
          <p:cNvPr id="6" name="Picture Placeholder 5">
            <a:extLst>
              <a:ext uri="{FF2B5EF4-FFF2-40B4-BE49-F238E27FC236}">
                <a16:creationId xmlns:a16="http://schemas.microsoft.com/office/drawing/2014/main" id="{5E15C401-2708-BE2C-313C-6E972121150A}"/>
              </a:ext>
            </a:extLst>
          </p:cNvPr>
          <p:cNvSpPr>
            <a:spLocks noGrp="1"/>
          </p:cNvSpPr>
          <p:nvPr>
            <p:ph type="pic" sz="quarter" idx="21"/>
          </p:nvPr>
        </p:nvSpPr>
        <p:spPr>
          <a:xfrm>
            <a:off x="4540373" y="4295174"/>
            <a:ext cx="3898598" cy="2221717"/>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147126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reate-step">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4762"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3375" y="427844"/>
            <a:ext cx="11515727" cy="498598"/>
          </a:xfrm>
        </p:spPr>
        <p:txBody>
          <a:bodyPr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2114549"/>
            <a:ext cx="11515726" cy="4448176"/>
          </a:xfrm>
          <a:prstGeom prst="roundRect">
            <a:avLst>
              <a:gd name="adj" fmla="val 0"/>
            </a:avLst>
          </a:prstGeom>
          <a:noFill/>
        </p:spPr>
        <p:txBody>
          <a:bodyPr lIns="0" tIns="0" rIns="0" bIns="0" anchor="ctr" anchorCtr="0">
            <a:normAutofit/>
          </a:bodyPr>
          <a:lstStyle>
            <a:lvl1pPr marL="342900" indent="-342900">
              <a:buFont typeface="+mj-lt"/>
              <a:buAutoNum type="arabicPeriod"/>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p:txBody>
      </p:sp>
      <p:sp>
        <p:nvSpPr>
          <p:cNvPr id="4" name="Chart Placeholder 3">
            <a:extLst>
              <a:ext uri="{FF2B5EF4-FFF2-40B4-BE49-F238E27FC236}">
                <a16:creationId xmlns:a16="http://schemas.microsoft.com/office/drawing/2014/main" id="{D11CD461-B056-D4E2-C5FA-0426E6C2FFF6}"/>
              </a:ext>
            </a:extLst>
          </p:cNvPr>
          <p:cNvSpPr>
            <a:spLocks noGrp="1"/>
          </p:cNvSpPr>
          <p:nvPr>
            <p:ph type="chart" sz="quarter" idx="14" hasCustomPrompt="1"/>
          </p:nvPr>
        </p:nvSpPr>
        <p:spPr>
          <a:xfrm>
            <a:off x="333375" y="1318188"/>
            <a:ext cx="11515726" cy="387798"/>
          </a:xfrm>
        </p:spPr>
        <p:txBody>
          <a:bodyPr lIns="0" tIns="0" rIns="0" bIns="0">
            <a:spAutoFit/>
          </a:bodyPr>
          <a:lstStyle>
            <a:lvl1pPr marL="0" indent="0">
              <a:buNone/>
              <a:defRPr sz="2800" b="1">
                <a:solidFill>
                  <a:schemeClr val="bg1"/>
                </a:solidFill>
              </a:defRPr>
            </a:lvl1pPr>
          </a:lstStyle>
          <a:p>
            <a:r>
              <a:rPr lang="es-CL" dirty="0"/>
              <a:t>Place</a:t>
            </a:r>
            <a:endParaRPr lang="en-US" dirty="0"/>
          </a:p>
        </p:txBody>
      </p:sp>
    </p:spTree>
    <p:extLst>
      <p:ext uri="{BB962C8B-B14F-4D97-AF65-F5344CB8AC3E}">
        <p14:creationId xmlns:p14="http://schemas.microsoft.com/office/powerpoint/2010/main" val="708463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de-composition">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563" y="347332"/>
            <a:ext cx="11508537" cy="678672"/>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0563" y="2447348"/>
            <a:ext cx="7571494" cy="4072184"/>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0563" y="1403404"/>
            <a:ext cx="11508537" cy="699551"/>
          </a:xfrm>
          <a:prstGeom prst="roundRect">
            <a:avLst>
              <a:gd name="adj" fmla="val 5043"/>
            </a:avLst>
          </a:prstGeom>
          <a:noFill/>
        </p:spPr>
        <p:txBody>
          <a:bodyPr lIns="0" tIns="0" rIns="0" anchor="ctr" anchorCtr="0">
            <a:sp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a:t>
            </a:r>
          </a:p>
          <a:p>
            <a:pPr lvl="0"/>
            <a:r>
              <a:rPr lang="en-US" dirty="0"/>
              <a:t>Master text styles</a:t>
            </a:r>
          </a:p>
        </p:txBody>
      </p:sp>
      <p:sp>
        <p:nvSpPr>
          <p:cNvPr id="5" name="Callout: Down Arrow 4">
            <a:extLst>
              <a:ext uri="{FF2B5EF4-FFF2-40B4-BE49-F238E27FC236}">
                <a16:creationId xmlns:a16="http://schemas.microsoft.com/office/drawing/2014/main" id="{BAE4049F-C3AB-1C61-89BD-6C81A2CCB192}"/>
              </a:ext>
            </a:extLst>
          </p:cNvPr>
          <p:cNvSpPr/>
          <p:nvPr userDrawn="1"/>
        </p:nvSpPr>
        <p:spPr>
          <a:xfrm>
            <a:off x="9586829" y="2581720"/>
            <a:ext cx="966159" cy="957532"/>
          </a:xfrm>
          <a:prstGeom prst="downArrowCallout">
            <a:avLst>
              <a:gd name="adj1" fmla="val 25000"/>
              <a:gd name="adj2" fmla="val 25000"/>
              <a:gd name="adj3" fmla="val 22297"/>
              <a:gd name="adj4" fmla="val 64977"/>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solidFill>
                  <a:schemeClr val="tx1"/>
                </a:solidFill>
              </a:rPr>
              <a:t>Link</a:t>
            </a:r>
          </a:p>
          <a:p>
            <a:pPr algn="ctr"/>
            <a:r>
              <a:rPr lang="es-CL" dirty="0">
                <a:solidFill>
                  <a:schemeClr val="tx1"/>
                </a:solidFill>
              </a:rPr>
              <a:t>Online</a:t>
            </a:r>
            <a:endParaRPr lang="en-US" dirty="0">
              <a:solidFill>
                <a:schemeClr val="tx1"/>
              </a:solidFill>
            </a:endParaRPr>
          </a:p>
        </p:txBody>
      </p:sp>
      <p:sp>
        <p:nvSpPr>
          <p:cNvPr id="9" name="Chart Placeholder 8">
            <a:extLst>
              <a:ext uri="{FF2B5EF4-FFF2-40B4-BE49-F238E27FC236}">
                <a16:creationId xmlns:a16="http://schemas.microsoft.com/office/drawing/2014/main" id="{85FE893F-47A3-E5F7-1212-48465408B0C7}"/>
              </a:ext>
            </a:extLst>
          </p:cNvPr>
          <p:cNvSpPr>
            <a:spLocks noGrp="1"/>
          </p:cNvSpPr>
          <p:nvPr>
            <p:ph type="chart" sz="quarter" idx="14" hasCustomPrompt="1"/>
          </p:nvPr>
        </p:nvSpPr>
        <p:spPr>
          <a:xfrm>
            <a:off x="8290719" y="3797514"/>
            <a:ext cx="3558381" cy="2597150"/>
          </a:xfrm>
        </p:spPr>
        <p:txBody>
          <a:bodyPr/>
          <a:lstStyle>
            <a:lvl1pPr marL="0" indent="0">
              <a:buNone/>
              <a:defRPr>
                <a:solidFill>
                  <a:schemeClr val="bg1"/>
                </a:solidFill>
              </a:defRPr>
            </a:lvl1pPr>
          </a:lstStyle>
          <a:p>
            <a:r>
              <a:rPr lang="es-CL" dirty="0"/>
              <a:t>https://example.com/ </a:t>
            </a:r>
            <a:endParaRPr lang="en-US" dirty="0"/>
          </a:p>
        </p:txBody>
      </p:sp>
    </p:spTree>
    <p:extLst>
      <p:ext uri="{BB962C8B-B14F-4D97-AF65-F5344CB8AC3E}">
        <p14:creationId xmlns:p14="http://schemas.microsoft.com/office/powerpoint/2010/main" val="4274332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flect-box">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1039" y="328282"/>
            <a:ext cx="11518062" cy="665027"/>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4" name="Chart Placeholder 3">
            <a:extLst>
              <a:ext uri="{FF2B5EF4-FFF2-40B4-BE49-F238E27FC236}">
                <a16:creationId xmlns:a16="http://schemas.microsoft.com/office/drawing/2014/main" id="{E9633AA3-1F01-FC54-9584-5A176A246101}"/>
              </a:ext>
            </a:extLst>
          </p:cNvPr>
          <p:cNvSpPr>
            <a:spLocks noGrp="1"/>
          </p:cNvSpPr>
          <p:nvPr>
            <p:ph type="chart" sz="quarter" idx="14"/>
          </p:nvPr>
        </p:nvSpPr>
        <p:spPr>
          <a:xfrm>
            <a:off x="7893693" y="1371600"/>
            <a:ext cx="3955408" cy="5158118"/>
          </a:xfrm>
          <a:prstGeom prst="roundRect">
            <a:avLst>
              <a:gd name="adj" fmla="val 4940"/>
            </a:avLst>
          </a:prstGeom>
          <a:solidFill>
            <a:schemeClr val="bg1"/>
          </a:solidFill>
        </p:spPr>
        <p:txBody>
          <a:bodyPr lIns="365760" tIns="365760" rIns="365760" bIns="365760" anchor="ctr" anchorCtr="0"/>
          <a:lstStyle>
            <a:lvl1pPr marL="0" indent="0">
              <a:buNone/>
              <a:defRPr>
                <a:solidFill>
                  <a:schemeClr val="tx1"/>
                </a:solidFill>
              </a:defRPr>
            </a:lvl1pPr>
          </a:lstStyle>
          <a:p>
            <a:endParaRPr lang="en-US"/>
          </a:p>
        </p:txBody>
      </p:sp>
      <p:sp>
        <p:nvSpPr>
          <p:cNvPr id="9" name="Text Placeholder 2">
            <a:extLst>
              <a:ext uri="{FF2B5EF4-FFF2-40B4-BE49-F238E27FC236}">
                <a16:creationId xmlns:a16="http://schemas.microsoft.com/office/drawing/2014/main" id="{8205E5FA-6881-9803-B9CE-B9F6C0D4259D}"/>
              </a:ext>
            </a:extLst>
          </p:cNvPr>
          <p:cNvSpPr>
            <a:spLocks noGrp="1"/>
          </p:cNvSpPr>
          <p:nvPr>
            <p:ph idx="1"/>
          </p:nvPr>
        </p:nvSpPr>
        <p:spPr>
          <a:xfrm>
            <a:off x="331037" y="1371600"/>
            <a:ext cx="7231619" cy="5181600"/>
          </a:xfrm>
          <a:prstGeom prst="rect">
            <a:avLst/>
          </a:prstGeom>
        </p:spPr>
        <p:txBody>
          <a:bodyPr vert="horz" lIns="0" tIns="0" rIns="0" bIns="0" rtlCol="0">
            <a:normAutofit/>
          </a:bodyPr>
          <a:lstStyle>
            <a:lvl1pPr marL="0" indent="0">
              <a:buNone/>
              <a:defRPr>
                <a:solidFill>
                  <a:schemeClr val="bg1"/>
                </a:solidFill>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2041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84374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E91179-C1CD-A08D-D9B7-A92C32FCB4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82CB0B4-6181-CC09-113A-CBA6A84A24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61577070"/>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6" r:id="rId3"/>
    <p:sldLayoutId id="2147483657" r:id="rId4"/>
    <p:sldLayoutId id="2147483658" r:id="rId5"/>
    <p:sldLayoutId id="2147483659" r:id="rId6"/>
    <p:sldLayoutId id="2147483662" r:id="rId7"/>
    <p:sldLayoutId id="2147483661" r:id="rId8"/>
    <p:sldLayoutId id="2147483663" r:id="rId9"/>
    <p:sldLayoutId id="2147483655" r:id="rId10"/>
  </p:sldLayoutIdLst>
  <p:txStyles>
    <p:titleStyle>
      <a:lvl1pPr algn="l" defTabSz="914400" rtl="0" eaLnBrk="1" latinLnBrk="0" hangingPunct="1">
        <a:lnSpc>
          <a:spcPct val="90000"/>
        </a:lnSpc>
        <a:spcBef>
          <a:spcPct val="0"/>
        </a:spcBef>
        <a:buNone/>
        <a:defRPr sz="4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Segoe UI" panose="020B0502040204020203" pitchFamily="34" charset="0"/>
          <a:ea typeface="Verdana" panose="020B0604030504040204" pitchFamily="34" charset="0"/>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png"/><Relationship Id="rId3"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hyperlink" Target="https://app.protobject.com/generate?equivalent-alarma-caja-galletas&amp;es&amp;dynamic&amp;-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74216A-BFA6-9732-A49C-32CF61E454ED}"/>
              </a:ext>
            </a:extLst>
          </p:cNvPr>
          <p:cNvSpPr txBox="1"/>
          <p:nvPr/>
        </p:nvSpPr>
        <p:spPr>
          <a:xfrm>
            <a:off x="765048" y="2340864"/>
            <a:ext cx="10661904" cy="3847207"/>
          </a:xfrm>
          <a:prstGeom prst="rect">
            <a:avLst/>
          </a:prstGeom>
          <a:noFill/>
        </p:spPr>
        <p:txBody>
          <a:bodyPr wrap="square" rtlCol="0">
            <a:spAutoFit/>
          </a:bodyPr>
          <a:lstStyle/>
          <a:p>
            <a:r>
              <a:rPr lang="en-US" sz="2000" dirty="0">
                <a:latin typeface="Segoe UI" panose="020B0502040204020203" pitchFamily="34" charset="0"/>
                <a:cs typeface="Segoe UI" panose="020B0502040204020203" pitchFamily="34" charset="0"/>
              </a:rPr>
              <a:t>Esta </a:t>
            </a:r>
            <a:r>
              <a:rPr lang="en-US" sz="2000" dirty="0" err="1">
                <a:latin typeface="Segoe UI" panose="020B0502040204020203" pitchFamily="34" charset="0"/>
                <a:cs typeface="Segoe UI" panose="020B0502040204020203" pitchFamily="34" charset="0"/>
              </a:rPr>
              <a:t>presentación</a:t>
            </a:r>
            <a:r>
              <a:rPr lang="en-US" sz="2000" dirty="0">
                <a:latin typeface="Segoe UI" panose="020B0502040204020203" pitchFamily="34" charset="0"/>
                <a:cs typeface="Segoe UI" panose="020B0502040204020203" pitchFamily="34" charset="0"/>
              </a:rPr>
              <a:t> se genera </a:t>
            </a:r>
            <a:r>
              <a:rPr lang="en-US" sz="2000" dirty="0" err="1">
                <a:latin typeface="Segoe UI" panose="020B0502040204020203" pitchFamily="34" charset="0"/>
                <a:cs typeface="Segoe UI" panose="020B0502040204020203" pitchFamily="34" charset="0"/>
              </a:rPr>
              <a:t>automáticamente</a:t>
            </a:r>
            <a:r>
              <a:rPr lang="en-US" sz="2000" dirty="0">
                <a:latin typeface="Segoe UI" panose="020B0502040204020203" pitchFamily="34" charset="0"/>
                <a:cs typeface="Segoe UI" panose="020B0502040204020203" pitchFamily="34" charset="0"/>
              </a:rPr>
              <a:t>. </a:t>
            </a:r>
          </a:p>
          <a:p>
            <a:r>
              <a:rPr lang="en-US" sz="2000" b="1" dirty="0" err="1">
                <a:latin typeface="Segoe UI" panose="020B0502040204020203" pitchFamily="34" charset="0"/>
                <a:cs typeface="Segoe UI" panose="020B0502040204020203" pitchFamily="34" charset="0"/>
              </a:rPr>
              <a:t>Puedes</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modificarla</a:t>
            </a:r>
            <a:r>
              <a:rPr lang="en-US" sz="2000" b="1" dirty="0">
                <a:latin typeface="Segoe UI" panose="020B0502040204020203" pitchFamily="34" charset="0"/>
                <a:cs typeface="Segoe UI" panose="020B0502040204020203" pitchFamily="34" charset="0"/>
              </a:rPr>
              <a:t> a </a:t>
            </a:r>
            <a:r>
              <a:rPr lang="en-US" sz="2000" b="1" dirty="0" err="1">
                <a:latin typeface="Segoe UI" panose="020B0502040204020203" pitchFamily="34" charset="0"/>
                <a:cs typeface="Segoe UI" panose="020B0502040204020203" pitchFamily="34" charset="0"/>
              </a:rPr>
              <a:t>tu</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criterio</a:t>
            </a:r>
            <a:r>
              <a:rPr lang="en-US" sz="2000" b="1" dirty="0">
                <a:latin typeface="Segoe UI" panose="020B0502040204020203" pitchFamily="34" charset="0"/>
                <a:cs typeface="Segoe UI" panose="020B0502040204020203" pitchFamily="34" charset="0"/>
              </a:rPr>
              <a:t> y </a:t>
            </a:r>
            <a:r>
              <a:rPr lang="en-US" sz="2000" b="1" dirty="0" err="1">
                <a:latin typeface="Segoe UI" panose="020B0502040204020203" pitchFamily="34" charset="0"/>
                <a:cs typeface="Segoe UI" panose="020B0502040204020203" pitchFamily="34" charset="0"/>
              </a:rPr>
              <a:t>añadir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cualquier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contenido</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adicional</a:t>
            </a:r>
            <a:r>
              <a:rPr lang="en-US" sz="2000" b="1" dirty="0">
                <a:latin typeface="Segoe UI" panose="020B0502040204020203" pitchFamily="34" charset="0"/>
                <a:cs typeface="Segoe UI" panose="020B0502040204020203" pitchFamily="34" charset="0"/>
              </a:rPr>
              <a:t> que </a:t>
            </a:r>
            <a:r>
              <a:rPr lang="en-US" sz="2000" b="1" dirty="0" err="1">
                <a:latin typeface="Segoe UI" panose="020B0502040204020203" pitchFamily="34" charset="0"/>
                <a:cs typeface="Segoe UI" panose="020B0502040204020203" pitchFamily="34" charset="0"/>
              </a:rPr>
              <a:t>desees</a:t>
            </a:r>
            <a:r>
              <a:rPr lang="en-US" sz="2000" b="1" dirty="0">
                <a:latin typeface="Segoe UI" panose="020B0502040204020203" pitchFamily="34" charset="0"/>
                <a:cs typeface="Segoe UI" panose="020B0502040204020203" pitchFamily="34" charset="0"/>
              </a:rPr>
              <a:t>.</a:t>
            </a:r>
          </a:p>
        </p:txBody>
      </p:sp>
      <p:pic>
        <p:nvPicPr>
          <p:cNvPr id="6" name="Graphic 5">
            <a:extLst>
              <a:ext uri="{FF2B5EF4-FFF2-40B4-BE49-F238E27FC236}">
                <a16:creationId xmlns:a16="http://schemas.microsoft.com/office/drawing/2014/main" id="{ADDBF746-CBFF-7D5E-0904-0C23A0CCAA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5048" y="735575"/>
            <a:ext cx="1640124" cy="369739"/>
          </a:xfrm>
          <a:prstGeom prst="rect">
            <a:avLst/>
          </a:prstGeom>
        </p:spPr>
      </p:pic>
    </p:spTree>
    <p:extLst>
      <p:ext uri="{BB962C8B-B14F-4D97-AF65-F5344CB8AC3E}">
        <p14:creationId xmlns:p14="http://schemas.microsoft.com/office/powerpoint/2010/main" val="1091577834"/>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¡Alarma: El Ladrón de Galletas!</a:t>
            </a:r>
          </a:p>
        </p:txBody>
      </p:sp>
      <p:sp>
        <p:nvSpPr>
          <p:cNvPr id="3" name="Subtitle 2"/>
          <p:cNvSpPr>
            <a:spLocks noGrp="1"/>
          </p:cNvSpPr>
          <p:nvPr>
            <p:ph type="subTitle" idx="1"/>
          </p:nvPr>
        </p:nvSpPr>
        <p:spPr/>
        <p:txBody>
          <a:bodyPr/>
          <a:lstStyle/>
          <a:p>
            <a:r>
              <a:t>Enseña a tu programa a 'pensar'. Aprende a usar condicionales 'Si...' (If…) para que tu prototipo tome decisiones y active una alarma para proteger tu caja de galletas secreta.</a:t>
            </a:r>
          </a:p>
        </p:txBody>
      </p:sp>
      <p:pic>
        <p:nvPicPr>
          <p:cNvPr id="4" name="Picture Placeholder 3" descr="src_16.1-cookie-thief-alarm_16.1-alarma-ladron-galletas.png"/>
          <p:cNvPicPr>
            <a:picLocks noGrp="1" noChangeAspect="1"/>
          </p:cNvPicPr>
          <p:nvPr>
            <p:ph type="pic" idx="11" sz="quarter"/>
          </p:nvPr>
        </p:nvPicPr>
        <p:blipFill>
          <a:blip r:embed="rId3"/>
          <a:srcRect/>
          <a:stretch>
            <a:fillRect/>
          </a:stretch>
        </p:blipFill>
        <p:spPr>
          <a:xfrm>
            <a:off x="3684945" y="1797930"/>
            <a:ext cx="7745054" cy="4356592"/>
          </a:xfr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¿Qué haremos?</a:t>
            </a:r>
          </a:p>
        </p:txBody>
      </p:sp>
      <p:pic>
        <p:nvPicPr>
          <p:cNvPr id="3" name="16.1_cookie_thief_alarm.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441138" y="1232015"/>
            <a:ext cx="9331959" cy="5249226"/>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Tomando Decisiones: El Bloque 'Si...'</a:t>
            </a:r>
          </a:p>
        </p:txBody>
      </p:sp>
      <p:pic>
        <p:nvPicPr>
          <p:cNvPr id="3" name="Picture Placeholder 2" descr="src_16.1-cookie-thief-alarm_a-if-conditional.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600"/>
              <a:t>Los programas no solo siguen listas de órdenes, también pueden tomar decisiones. La herramienta principal para esto es el condicional </a:t>
            </a:r>
            <a:r>
              <a:rPr sz="1600" b="1"/>
              <a:t>"Si..."</a:t>
            </a:r>
            <a:r>
              <a:rPr sz="1600"/>
              <a:t> (o "if" en inglés). Funciona igual que en la vida real: </a:t>
            </a:r>
            <a:r>
              <a:rPr sz="1600" b="1"/>
              <a:t>SI</a:t>
            </a:r>
            <a:r>
              <a:rPr sz="1600"/>
              <a:t> está lloviendo, </a:t>
            </a:r>
            <a:r>
              <a:rPr sz="1600" b="1"/>
              <a:t>ENTONCES</a:t>
            </a:r>
            <a:r>
              <a:rPr sz="1600"/>
              <a:t> busco un paraguas.</a:t>
            </a:r>
          </a:p>
          <a:p>
            <a:r>
              <a:rPr sz="1600"/>
              <a:t>El programa evalúa una </a:t>
            </a:r>
            <a:r>
              <a:rPr sz="1600" b="1"/>
              <a:t>condición</a:t>
            </a:r>
            <a:r>
              <a:rPr sz="1600"/>
              <a:t>. Si la condición es </a:t>
            </a:r>
            <a:r>
              <a:rPr sz="1600" b="1"/>
              <a:t>verdadera</a:t>
            </a:r>
            <a:r>
              <a:rPr sz="1600"/>
              <a:t>, ejecuta el código que tiene dentro. Si es </a:t>
            </a:r>
            <a:r>
              <a:rPr sz="1600" b="1"/>
              <a:t>falsa</a:t>
            </a:r>
            <a:r>
              <a:rPr sz="1600"/>
              <a:t>, simplemente se salta ese código y continúa.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Condiciones: Preguntas de Verdadero o Falso</a:t>
            </a:r>
          </a:p>
        </p:txBody>
      </p:sp>
      <p:pic>
        <p:nvPicPr>
          <p:cNvPr id="3" name="Picture Placeholder 2" descr="src_16.1-cookie-thief-alarm_b-conditions.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500"/>
              <a:t>Una </a:t>
            </a:r>
            <a:r>
              <a:rPr sz="1500" b="1"/>
              <a:t>condición</a:t>
            </a:r>
            <a:r>
              <a:rPr sz="1500"/>
              <a:t> es una pregunta que el programa se hace y cuya respuesta solo puede ser </a:t>
            </a:r>
            <a:r>
              <a:rPr sz="1500" b="1"/>
              <a:t>VERDADERO</a:t>
            </a:r>
            <a:r>
              <a:rPr sz="1500"/>
              <a:t> (True en inglés) o </a:t>
            </a:r>
            <a:r>
              <a:rPr sz="1500" b="1"/>
              <a:t>FALSO</a:t>
            </a:r>
            <a:r>
              <a:rPr sz="1500"/>
              <a:t> (False en inglés). No hay respuestas intermedias. Por ejemplo:</a:t>
            </a:r>
          </a:p>
          <a:p>
            <a:r>
              <a:rPr sz="1500"/>
              <a:t>- ¿Es 5 mayor que 3? -&gt; </a:t>
            </a:r>
            <a:r>
              <a:rPr sz="1500" b="1"/>
              <a:t>VERDADERO</a:t>
            </a:r>
            <a:r>
              <a:rPr sz="1500"/>
              <a:t/>
            </a:r>
          </a:p>
          <a:p>
            <a:r>
              <a:rPr sz="1500"/>
              <a:t>- ¿Es 10 igual a 2? -&gt; </a:t>
            </a:r>
            <a:r>
              <a:rPr sz="1500" b="1"/>
              <a:t>FALSO</a:t>
            </a:r>
            <a:r>
              <a:rPr sz="1500"/>
              <a:t/>
            </a:r>
          </a:p>
          <a:p>
            <a:r>
              <a:rPr sz="1500"/>
              <a:t>- ¿El valor del sensor de inclinación es mayor que 20? -&gt; Puede ser </a:t>
            </a:r>
            <a:r>
              <a:rPr sz="1500" b="1"/>
              <a:t>VERDADERO</a:t>
            </a:r>
            <a:r>
              <a:rPr sz="1500"/>
              <a:t> o </a:t>
            </a:r>
            <a:r>
              <a:rPr sz="1500" b="1"/>
              <a:t>FALSO</a:t>
            </a:r>
            <a:r>
              <a:rPr sz="1500"/>
              <a:t>.</a:t>
            </a:r>
          </a:p>
          <a:p>
            <a:r>
              <a:rPr sz="1500"/>
              <a:t>Este tipo de lógica de dos opciones se llama </a:t>
            </a:r>
            <a:r>
              <a:rPr sz="1500" b="1"/>
              <a:t>lógica booleana</a:t>
            </a:r>
            <a:r>
              <a:rPr sz="1500"/>
              <a:t>, y es la base de toda la toma de decisiones en la computación.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 Lógica de Nuestra Alarma</a:t>
            </a:r>
          </a:p>
        </p:txBody>
      </p:sp>
      <p:pic>
        <p:nvPicPr>
          <p:cNvPr id="3" name="Picture Placeholder 2" descr="src_16.1-cookie-thief-alarm_c-alarm-diagram.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600"/>
              <a:t>Para nuestra alarma anti-ladrones, la lógica es muy clara:</a:t>
            </a:r>
          </a:p>
          <a:p>
            <a:pPr/>
            <a:r>
              <a:rPr sz="1600"/>
              <a:t/>
            </a:r>
            <a:r>
              <a:rPr sz="1600" b="1"/>
              <a:t>La Condición (la pregunta):</a:t>
            </a:r>
            <a:r>
              <a:rPr sz="1600"/>
              <a:t> ¿Está la tapa de la caja (el dispositivo) inclinada más de 20 grados?</a:t>
            </a:r>
          </a:p>
          <a:p>
            <a:pPr/>
            <a:r>
              <a:rPr sz="1600"/>
              <a:t/>
            </a:r>
            <a:r>
              <a:rPr sz="1600" b="1"/>
              <a:t>Si la respuesta es VERDADERO:</a:t>
            </a:r>
            <a:r>
              <a:rPr sz="1600"/>
              <a:t> ¡Alerta! Alguien está abriendo la caja. </a:t>
            </a:r>
            <a:r>
              <a:rPr sz="1600" b="1"/>
              <a:t>ENTONCES</a:t>
            </a:r>
            <a:r>
              <a:rPr sz="1600"/>
              <a:t>, activa la secuencia de alarma con luces y sonido.</a:t>
            </a:r>
          </a:p>
          <a:p>
            <a:pPr/>
            <a:r>
              <a:rPr sz="1600"/>
              <a:t/>
            </a:r>
            <a:r>
              <a:rPr sz="1600" b="1"/>
              <a:t>Si la respuesta es FALSO:</a:t>
            </a:r>
            <a:r>
              <a:rPr sz="1600"/>
              <a:t> Todo está en orden. No hagas nada y sigue vigilando.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Crear</a:t>
            </a:r>
          </a:p>
        </p:txBody>
      </p:sp>
      <p:sp>
        <p:nvSpPr>
          <p:cNvPr id="3" name="Text Placeholder 2"/>
          <p:cNvSpPr>
            <a:spLocks noGrp="1"/>
          </p:cNvSpPr>
          <p:nvPr>
            <p:ph type="body" idx="12" sz="quarter"/>
          </p:nvPr>
        </p:nvSpPr>
        <p:spPr/>
        <p:txBody>
          <a:bodyPr wrap="square">
            <a:normAutofit/>
          </a:bodyPr>
          <a:lstStyle/>
          <a:p>
            <a:r>
              <a:rPr sz="3000"/>
              <a:t>Necesitaremos 3 componentes en nuestro celular: </a:t>
            </a:r>
            <a:r>
              <a:rPr sz="3000" b="1"/>
              <a:t>Inclinación</a:t>
            </a:r>
            <a:r>
              <a:rPr sz="3000"/>
              <a:t> para detectar si la tapa se abre, </a:t>
            </a:r>
            <a:r>
              <a:rPr sz="3000" b="1"/>
              <a:t>DibujoLED</a:t>
            </a:r>
            <a:r>
              <a:rPr sz="3000"/>
              <a:t> para la luz de alarma, y </a:t>
            </a:r>
            <a:r>
              <a:rPr sz="3000" b="1"/>
              <a:t>TecladoMusical</a:t>
            </a:r>
            <a:r>
              <a:rPr sz="3000"/>
              <a:t> para la alarma.</a:t>
            </a:r>
          </a:p>
          <a:p>
            <a:r>
              <a:rPr sz="3000"/>
              <a:t>Recuerda escanear todos los códigos QR en el mismo dispositivo.</a:t>
            </a:r>
          </a:p>
        </p:txBody>
      </p:sp>
      <p:sp>
        <p:nvSpPr>
          <p:cNvPr id="4" name="Chart Placeholder 3"/>
          <p:cNvSpPr>
            <a:spLocks noGrp="1"/>
          </p:cNvSpPr>
          <p:nvPr>
            <p:ph type="chart" idx="14" sz="quarter"/>
          </p:nvPr>
        </p:nvSpPr>
        <p:spPr/>
        <p:txBody>
          <a:bodyPr/>
          <a:p>
            <a:r>
              <a:rPr sz="1400"/>
              <a:t>¡Protege las galletas!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Composición del Código</a:t>
            </a:r>
          </a:p>
        </p:txBody>
      </p:sp>
      <p:pic>
        <p:nvPicPr>
          <p:cNvPr id="3" name="Picture Placeholder 2" descr="screenshot_f338152eb24399f0badabd1cd19831dd.png"/>
          <p:cNvPicPr>
            <a:picLocks noGrp="1" noChangeAspect="1"/>
          </p:cNvPicPr>
          <p:nvPr>
            <p:ph type="pic" idx="11" sz="quarter"/>
          </p:nvPr>
        </p:nvPicPr>
        <p:blipFill>
          <a:blip r:embed="rId3"/>
          <a:srcRect/>
          <a:stretch>
            <a:fillRect/>
          </a:stretch>
        </p:blipFill>
        <p:spPr>
          <a:xfrm>
            <a:off x="2579532" y="2447348"/>
            <a:ext cx="3093555" cy="4072184"/>
          </a:xfrm>
        </p:spPr>
      </p:pic>
      <p:sp>
        <p:nvSpPr>
          <p:cNvPr id="4" name="Text Placeholder 3"/>
          <p:cNvSpPr>
            <a:spLocks noGrp="1"/>
          </p:cNvSpPr>
          <p:nvPr>
            <p:ph type="body" idx="12" sz="quarter"/>
          </p:nvPr>
        </p:nvSpPr>
        <p:spPr/>
        <p:txBody>
          <a:bodyPr wrap="square">
            <a:normAutofit/>
          </a:bodyPr>
          <a:lstStyle/>
          <a:p>
            <a:r>
              <a:rPr sz="1800"/>
              <a:t>El `bucle principal` se ejecuta sin parar, actuando como un vigilante.</a:t>
            </a:r>
          </a:p>
        </p:txBody>
      </p:sp>
      <p:sp>
        <p:nvSpPr>
          <p:cNvPr id="5" name="Chart Placeholder 4"/>
          <p:cNvSpPr>
            <a:spLocks noGrp="1"/>
          </p:cNvSpPr>
          <p:nvPr>
            <p:ph type="chart" idx="14" sz="quarter"/>
          </p:nvPr>
        </p:nvSpPr>
        <p:spPr/>
        <p:txBody>
          <a:bodyPr/>
          <a:p>
            <a:r>
              <a:rPr u="sng">
                <a:solidFill>
                  <a:srgbClr val="0000FF"/>
                </a:solidFill>
                <a:hlinkClick r:id="rId4"/>
              </a:rPr>
              <a:t>Ver el programa completo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Reflexiona</a:t>
            </a:r>
          </a:p>
        </p:txBody>
      </p:sp>
      <p:sp>
        <p:nvSpPr>
          <p:cNvPr id="4" name="Content Placeholder 3"/>
          <p:cNvSpPr>
            <a:spLocks noGrp="1"/>
          </p:cNvSpPr>
          <p:nvPr>
            <p:ph idx="1"/>
          </p:nvPr>
        </p:nvSpPr>
        <p:spPr/>
        <p:txBody>
          <a:bodyPr wrap="square">
            <a:normAutofit/>
          </a:bodyPr>
          <a:lstStyle/>
          <a:p>
            <a:r>
              <a:rPr sz="2900"/>
              <a:t>Acabas de programar tu primera decisión. ¿Qué es un condicional y para qué sirve?</a:t>
            </a:r>
          </a:p>
          <a:p>
            <a:r>
              <a:rPr sz="2900"/>
              <a:t>¿Cuál es la "condición" o la "pregunta de verdadero/falso" que tu programa está evaluando constantemente?</a:t>
            </a:r>
          </a:p>
          <a:p>
            <a:r>
              <a:rPr sz="2900"/>
              <a:t>El umbral de la alarma está en 20. ¿Qué pasaría si lo cambiaras a 90? ¿Sería más o menos sensible la alarma?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Desafío</a:t>
            </a:r>
          </a:p>
        </p:txBody>
      </p:sp>
      <p:pic>
        <p:nvPicPr>
          <p:cNvPr id="3" name="Picture Placeholder 2" descr="src_16.1-cookie-thief-alarm_d-if-else-challenge.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900"/>
              <a:t>Nuestra alarma es un poco simple. Se activa, pero ¿qué pasa si el ladrón cierra la caja? La alarma debería detenerse. Para eso, necesitaríamos una forma de decirle al programa qué hacer cuando la condición </a:t>
            </a:r>
            <a:r>
              <a:rPr sz="1900" b="1"/>
              <a:t>no</a:t>
            </a:r>
            <a:r>
              <a:rPr sz="1900"/>
              <a:t> se cumple. ¿Se te ocurre cómo podría el programa apagar la alarma solo?</a:t>
            </a:r>
          </a:p>
        </p:txBody>
      </p:sp>
    </p:spTree>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FFFFF"/>
      </a:hlink>
      <a:folHlink>
        <a:srgbClr val="FFFF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229</TotalTime>
  <Words>58</Words>
  <Application>Microsoft Office PowerPoint</Application>
  <PresentationFormat>Widescreen</PresentationFormat>
  <Paragraphs>11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Segoe UI</vt:lpstr>
      <vt:lpstr>Segoe UI Black</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Alessio Bellino</dc:creator>
  <cp:lastModifiedBy>Alessio Bellino</cp:lastModifiedBy>
  <cp:revision>41</cp:revision>
  <dcterms:created xsi:type="dcterms:W3CDTF">2025-08-23T17:03:52Z</dcterms:created>
  <dcterms:modified xsi:type="dcterms:W3CDTF">2025-09-03T15:49:53Z</dcterms:modified>
</cp:coreProperties>
</file>