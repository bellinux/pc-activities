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2.svg" ContentType="image/svg+xml"/>
  <Override PartName="/ppt/media/image4.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9"/>
    <p:sldId id="258" r:id="rId11"/>
    <p:sldId id="259" r:id="rId12"/>
    <p:sldId id="260" r:id="rId13"/>
    <p:sldId id="261" r:id="rId14"/>
    <p:sldId id="262" r:id="rId15"/>
    <p:sldId id="263" r:id="rId16"/>
    <p:sldId id="264" r:id="rId17"/>
    <p:sldId id="26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338CA"/>
    <a:srgbClr val="1D4ED8"/>
    <a:srgbClr val="A551F4"/>
    <a:srgbClr val="FFFFFF"/>
    <a:srgbClr val="A16207"/>
    <a:srgbClr val="000000"/>
    <a:srgbClr val="FACC15"/>
    <a:srgbClr val="FFC93C"/>
    <a:srgbClr val="0575B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D7F994-7B23-4B30-9E0D-141B518001FB}" v="23" dt="2025-09-03T15:49:48.4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55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microsoft.com/office/2016/11/relationships/changesInfo" Target="changesInfos/changesInfo1.xml"/><Relationship Id="rId8" Type="http://schemas.microsoft.com/office/2015/10/relationships/revisionInfo" Target="revisionInfo.xml"/><Relationship Id="rId9" Type="http://schemas.openxmlformats.org/officeDocument/2006/relationships/slide" Target="slides/slide2.xml"/><Relationship Id="rId10" Type="http://schemas.openxmlformats.org/officeDocument/2006/relationships/notesMaster" Target="notesMasters/notesMaster1.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ssio Bellino" userId="4d67f9ee-b7e6-436d-9ca9-011d058f5ab9" providerId="ADAL" clId="{D6D7F994-7B23-4B30-9E0D-141B518001FB}"/>
    <pc:docChg chg="undo custSel delSld modMainMaster">
      <pc:chgData name="Alessio Bellino" userId="4d67f9ee-b7e6-436d-9ca9-011d058f5ab9" providerId="ADAL" clId="{D6D7F994-7B23-4B30-9E0D-141B518001FB}" dt="2025-09-03T15:49:48.493" v="146" actId="404"/>
      <pc:docMkLst>
        <pc:docMk/>
      </pc:docMkLst>
      <pc:sldChg chg="del">
        <pc:chgData name="Alessio Bellino" userId="4d67f9ee-b7e6-436d-9ca9-011d058f5ab9" providerId="ADAL" clId="{D6D7F994-7B23-4B30-9E0D-141B518001FB}" dt="2025-08-27T01:13:29.985" v="83" actId="47"/>
        <pc:sldMkLst>
          <pc:docMk/>
          <pc:sldMk cId="1091577834" sldId="256"/>
        </pc:sldMkLst>
      </pc:sldChg>
      <pc:sldChg chg="del">
        <pc:chgData name="Alessio Bellino" userId="4d67f9ee-b7e6-436d-9ca9-011d058f5ab9" providerId="ADAL" clId="{D6D7F994-7B23-4B30-9E0D-141B518001FB}" dt="2025-08-27T01:13:28.949" v="82" actId="47"/>
        <pc:sldMkLst>
          <pc:docMk/>
          <pc:sldMk cId="0" sldId="257"/>
        </pc:sldMkLst>
      </pc:sldChg>
      <pc:sldChg chg="del">
        <pc:chgData name="Alessio Bellino" userId="4d67f9ee-b7e6-436d-9ca9-011d058f5ab9" providerId="ADAL" clId="{D6D7F994-7B23-4B30-9E0D-141B518001FB}" dt="2025-08-27T01:13:25.571" v="81" actId="47"/>
        <pc:sldMkLst>
          <pc:docMk/>
          <pc:sldMk cId="0" sldId="258"/>
        </pc:sldMkLst>
      </pc:sldChg>
      <pc:sldChg chg="del">
        <pc:chgData name="Alessio Bellino" userId="4d67f9ee-b7e6-436d-9ca9-011d058f5ab9" providerId="ADAL" clId="{D6D7F994-7B23-4B30-9E0D-141B518001FB}" dt="2025-08-27T01:13:25.571" v="81" actId="47"/>
        <pc:sldMkLst>
          <pc:docMk/>
          <pc:sldMk cId="0" sldId="259"/>
        </pc:sldMkLst>
      </pc:sldChg>
      <pc:sldChg chg="del">
        <pc:chgData name="Alessio Bellino" userId="4d67f9ee-b7e6-436d-9ca9-011d058f5ab9" providerId="ADAL" clId="{D6D7F994-7B23-4B30-9E0D-141B518001FB}" dt="2025-08-27T01:13:25.571" v="81" actId="47"/>
        <pc:sldMkLst>
          <pc:docMk/>
          <pc:sldMk cId="0" sldId="260"/>
        </pc:sldMkLst>
      </pc:sldChg>
      <pc:sldChg chg="del">
        <pc:chgData name="Alessio Bellino" userId="4d67f9ee-b7e6-436d-9ca9-011d058f5ab9" providerId="ADAL" clId="{D6D7F994-7B23-4B30-9E0D-141B518001FB}" dt="2025-08-27T01:13:25.571" v="81" actId="47"/>
        <pc:sldMkLst>
          <pc:docMk/>
          <pc:sldMk cId="0" sldId="261"/>
        </pc:sldMkLst>
      </pc:sldChg>
      <pc:sldChg chg="del">
        <pc:chgData name="Alessio Bellino" userId="4d67f9ee-b7e6-436d-9ca9-011d058f5ab9" providerId="ADAL" clId="{D6D7F994-7B23-4B30-9E0D-141B518001FB}" dt="2025-08-27T01:13:25.571" v="81" actId="47"/>
        <pc:sldMkLst>
          <pc:docMk/>
          <pc:sldMk cId="0" sldId="262"/>
        </pc:sldMkLst>
      </pc:sldChg>
      <pc:sldChg chg="del">
        <pc:chgData name="Alessio Bellino" userId="4d67f9ee-b7e6-436d-9ca9-011d058f5ab9" providerId="ADAL" clId="{D6D7F994-7B23-4B30-9E0D-141B518001FB}" dt="2025-08-27T01:13:25.571" v="81" actId="47"/>
        <pc:sldMkLst>
          <pc:docMk/>
          <pc:sldMk cId="0" sldId="263"/>
        </pc:sldMkLst>
      </pc:sldChg>
      <pc:sldChg chg="del">
        <pc:chgData name="Alessio Bellino" userId="4d67f9ee-b7e6-436d-9ca9-011d058f5ab9" providerId="ADAL" clId="{D6D7F994-7B23-4B30-9E0D-141B518001FB}" dt="2025-08-27T01:13:25.571" v="81" actId="47"/>
        <pc:sldMkLst>
          <pc:docMk/>
          <pc:sldMk cId="0" sldId="264"/>
        </pc:sldMkLst>
      </pc:sldChg>
      <pc:sldChg chg="del">
        <pc:chgData name="Alessio Bellino" userId="4d67f9ee-b7e6-436d-9ca9-011d058f5ab9" providerId="ADAL" clId="{D6D7F994-7B23-4B30-9E0D-141B518001FB}" dt="2025-08-27T01:13:25.571" v="81" actId="47"/>
        <pc:sldMkLst>
          <pc:docMk/>
          <pc:sldMk cId="0" sldId="265"/>
        </pc:sldMkLst>
      </pc:sldChg>
      <pc:sldChg chg="del">
        <pc:chgData name="Alessio Bellino" userId="4d67f9ee-b7e6-436d-9ca9-011d058f5ab9" providerId="ADAL" clId="{D6D7F994-7B23-4B30-9E0D-141B518001FB}" dt="2025-08-27T01:13:25.571" v="81" actId="47"/>
        <pc:sldMkLst>
          <pc:docMk/>
          <pc:sldMk cId="0" sldId="266"/>
        </pc:sldMkLst>
      </pc:sldChg>
      <pc:sldChg chg="del">
        <pc:chgData name="Alessio Bellino" userId="4d67f9ee-b7e6-436d-9ca9-011d058f5ab9" providerId="ADAL" clId="{D6D7F994-7B23-4B30-9E0D-141B518001FB}" dt="2025-08-27T01:13:25.571" v="81" actId="47"/>
        <pc:sldMkLst>
          <pc:docMk/>
          <pc:sldMk cId="0" sldId="267"/>
        </pc:sldMkLst>
      </pc:sldChg>
      <pc:sldChg chg="del">
        <pc:chgData name="Alessio Bellino" userId="4d67f9ee-b7e6-436d-9ca9-011d058f5ab9" providerId="ADAL" clId="{D6D7F994-7B23-4B30-9E0D-141B518001FB}" dt="2025-08-27T01:13:25.571" v="81" actId="47"/>
        <pc:sldMkLst>
          <pc:docMk/>
          <pc:sldMk cId="0" sldId="268"/>
        </pc:sldMkLst>
      </pc:sldChg>
      <pc:sldMasterChg chg="modSldLayout">
        <pc:chgData name="Alessio Bellino" userId="4d67f9ee-b7e6-436d-9ca9-011d058f5ab9" providerId="ADAL" clId="{D6D7F994-7B23-4B30-9E0D-141B518001FB}" dt="2025-09-03T15:49:48.493" v="146" actId="404"/>
        <pc:sldMasterMkLst>
          <pc:docMk/>
          <pc:sldMasterMk cId="661577070" sldId="2147483648"/>
        </pc:sldMasterMkLst>
        <pc:sldLayoutChg chg="modSp mod">
          <pc:chgData name="Alessio Bellino" userId="4d67f9ee-b7e6-436d-9ca9-011d058f5ab9" providerId="ADAL" clId="{D6D7F994-7B23-4B30-9E0D-141B518001FB}" dt="2025-09-03T15:49:04.125" v="130" actId="403"/>
          <pc:sldLayoutMkLst>
            <pc:docMk/>
            <pc:sldMasterMk cId="661577070" sldId="2147483648"/>
            <pc:sldLayoutMk cId="552119573" sldId="2147483649"/>
          </pc:sldLayoutMkLst>
          <pc:spChg chg="mod">
            <ac:chgData name="Alessio Bellino" userId="4d67f9ee-b7e6-436d-9ca9-011d058f5ab9" providerId="ADAL" clId="{D6D7F994-7B23-4B30-9E0D-141B518001FB}" dt="2025-09-03T15:49:04.125" v="130" actId="403"/>
            <ac:spMkLst>
              <pc:docMk/>
              <pc:sldMasterMk cId="661577070" sldId="2147483648"/>
              <pc:sldLayoutMk cId="552119573" sldId="2147483649"/>
              <ac:spMk id="2" creationId="{F452E439-A5BF-EE24-C08E-1F9F20701E7E}"/>
            </ac:spMkLst>
          </pc:spChg>
          <pc:spChg chg="mod">
            <ac:chgData name="Alessio Bellino" userId="4d67f9ee-b7e6-436d-9ca9-011d058f5ab9" providerId="ADAL" clId="{D6D7F994-7B23-4B30-9E0D-141B518001FB}" dt="2025-09-03T15:29:12.824" v="119" actId="1035"/>
            <ac:spMkLst>
              <pc:docMk/>
              <pc:sldMasterMk cId="661577070" sldId="2147483648"/>
              <pc:sldLayoutMk cId="552119573" sldId="2147483649"/>
              <ac:spMk id="7" creationId="{D9290BF2-0C25-514A-9D89-51E5C7543451}"/>
            </ac:spMkLst>
          </pc:spChg>
        </pc:sldLayoutChg>
        <pc:sldLayoutChg chg="modSp mod">
          <pc:chgData name="Alessio Bellino" userId="4d67f9ee-b7e6-436d-9ca9-011d058f5ab9" providerId="ADAL" clId="{D6D7F994-7B23-4B30-9E0D-141B518001FB}" dt="2025-09-03T15:48:48.805" v="127" actId="404"/>
          <pc:sldLayoutMkLst>
            <pc:docMk/>
            <pc:sldMasterMk cId="661577070" sldId="2147483648"/>
            <pc:sldLayoutMk cId="1168460104" sldId="2147483656"/>
          </pc:sldLayoutMkLst>
          <pc:spChg chg="mod">
            <ac:chgData name="Alessio Bellino" userId="4d67f9ee-b7e6-436d-9ca9-011d058f5ab9" providerId="ADAL" clId="{D6D7F994-7B23-4B30-9E0D-141B518001FB}" dt="2025-09-03T15:48:48.805" v="127" actId="404"/>
            <ac:spMkLst>
              <pc:docMk/>
              <pc:sldMasterMk cId="661577070" sldId="2147483648"/>
              <pc:sldLayoutMk cId="1168460104" sldId="2147483656"/>
              <ac:spMk id="2" creationId="{D7FA4241-75AB-E168-9F15-606C0FA2D9CB}"/>
            </ac:spMkLst>
          </pc:spChg>
          <pc:spChg chg="mod">
            <ac:chgData name="Alessio Bellino" userId="4d67f9ee-b7e6-436d-9ca9-011d058f5ab9" providerId="ADAL" clId="{D6D7F994-7B23-4B30-9E0D-141B518001FB}" dt="2025-09-03T15:29:29.320" v="121" actId="207"/>
            <ac:spMkLst>
              <pc:docMk/>
              <pc:sldMasterMk cId="661577070" sldId="2147483648"/>
              <pc:sldLayoutMk cId="1168460104" sldId="2147483656"/>
              <ac:spMk id="4" creationId="{A9CE6CAF-4FD0-1FA1-1965-C06A9FCE86EB}"/>
            </ac:spMkLst>
          </pc:spChg>
        </pc:sldLayoutChg>
        <pc:sldLayoutChg chg="modSp mod">
          <pc:chgData name="Alessio Bellino" userId="4d67f9ee-b7e6-436d-9ca9-011d058f5ab9" providerId="ADAL" clId="{D6D7F994-7B23-4B30-9E0D-141B518001FB}" dt="2025-09-03T15:49:12.616" v="132" actId="404"/>
          <pc:sldLayoutMkLst>
            <pc:docMk/>
            <pc:sldMasterMk cId="661577070" sldId="2147483648"/>
            <pc:sldLayoutMk cId="892857456" sldId="2147483657"/>
          </pc:sldLayoutMkLst>
          <pc:spChg chg="mod">
            <ac:chgData name="Alessio Bellino" userId="4d67f9ee-b7e6-436d-9ca9-011d058f5ab9" providerId="ADAL" clId="{D6D7F994-7B23-4B30-9E0D-141B518001FB}" dt="2025-09-03T15:49:12.616" v="132" actId="404"/>
            <ac:spMkLst>
              <pc:docMk/>
              <pc:sldMasterMk cId="661577070" sldId="2147483648"/>
              <pc:sldLayoutMk cId="892857456" sldId="2147483657"/>
              <ac:spMk id="2" creationId="{D7FA4241-75AB-E168-9F15-606C0FA2D9CB}"/>
            </ac:spMkLst>
          </pc:spChg>
          <pc:spChg chg="mod">
            <ac:chgData name="Alessio Bellino" userId="4d67f9ee-b7e6-436d-9ca9-011d058f5ab9" providerId="ADAL" clId="{D6D7F994-7B23-4B30-9E0D-141B518001FB}" dt="2025-09-03T15:29:23.023" v="120" actId="207"/>
            <ac:spMkLst>
              <pc:docMk/>
              <pc:sldMasterMk cId="661577070" sldId="2147483648"/>
              <pc:sldLayoutMk cId="892857456" sldId="2147483657"/>
              <ac:spMk id="4" creationId="{A9CE6CAF-4FD0-1FA1-1965-C06A9FCE86EB}"/>
            </ac:spMkLst>
          </pc:spChg>
        </pc:sldLayoutChg>
        <pc:sldLayoutChg chg="modSp mod">
          <pc:chgData name="Alessio Bellino" userId="4d67f9ee-b7e6-436d-9ca9-011d058f5ab9" providerId="ADAL" clId="{D6D7F994-7B23-4B30-9E0D-141B518001FB}" dt="2025-09-03T15:49:21.285" v="134" actId="404"/>
          <pc:sldLayoutMkLst>
            <pc:docMk/>
            <pc:sldMasterMk cId="661577070" sldId="2147483648"/>
            <pc:sldLayoutMk cId="2348620504" sldId="2147483658"/>
          </pc:sldLayoutMkLst>
          <pc:spChg chg="mod">
            <ac:chgData name="Alessio Bellino" userId="4d67f9ee-b7e6-436d-9ca9-011d058f5ab9" providerId="ADAL" clId="{D6D7F994-7B23-4B30-9E0D-141B518001FB}" dt="2025-09-03T15:49:21.285" v="134" actId="404"/>
            <ac:spMkLst>
              <pc:docMk/>
              <pc:sldMasterMk cId="661577070" sldId="2147483648"/>
              <pc:sldLayoutMk cId="2348620504" sldId="2147483658"/>
              <ac:spMk id="2" creationId="{D7FA4241-75AB-E168-9F15-606C0FA2D9CB}"/>
            </ac:spMkLst>
          </pc:spChg>
          <pc:spChg chg="mod">
            <ac:chgData name="Alessio Bellino" userId="4d67f9ee-b7e6-436d-9ca9-011d058f5ab9" providerId="ADAL" clId="{D6D7F994-7B23-4B30-9E0D-141B518001FB}" dt="2025-09-03T15:29:01.370" v="113" actId="207"/>
            <ac:spMkLst>
              <pc:docMk/>
              <pc:sldMasterMk cId="661577070" sldId="2147483648"/>
              <pc:sldLayoutMk cId="2348620504" sldId="2147483658"/>
              <ac:spMk id="4" creationId="{A9CE6CAF-4FD0-1FA1-1965-C06A9FCE86EB}"/>
            </ac:spMkLst>
          </pc:spChg>
        </pc:sldLayoutChg>
        <pc:sldLayoutChg chg="addSp delSp modSp mod">
          <pc:chgData name="Alessio Bellino" userId="4d67f9ee-b7e6-436d-9ca9-011d058f5ab9" providerId="ADAL" clId="{D6D7F994-7B23-4B30-9E0D-141B518001FB}" dt="2025-09-03T15:49:28.125" v="136" actId="404"/>
          <pc:sldLayoutMkLst>
            <pc:docMk/>
            <pc:sldMasterMk cId="661577070" sldId="2147483648"/>
            <pc:sldLayoutMk cId="1471266884" sldId="2147483659"/>
          </pc:sldLayoutMkLst>
          <pc:spChg chg="mod">
            <ac:chgData name="Alessio Bellino" userId="4d67f9ee-b7e6-436d-9ca9-011d058f5ab9" providerId="ADAL" clId="{D6D7F994-7B23-4B30-9E0D-141B518001FB}" dt="2025-09-03T15:49:28.125" v="136" actId="404"/>
            <ac:spMkLst>
              <pc:docMk/>
              <pc:sldMasterMk cId="661577070" sldId="2147483648"/>
              <pc:sldLayoutMk cId="1471266884" sldId="2147483659"/>
              <ac:spMk id="2" creationId="{D7FA4241-75AB-E168-9F15-606C0FA2D9CB}"/>
            </ac:spMkLst>
          </pc:spChg>
          <pc:spChg chg="add mod">
            <ac:chgData name="Alessio Bellino" userId="4d67f9ee-b7e6-436d-9ca9-011d058f5ab9" providerId="ADAL" clId="{D6D7F994-7B23-4B30-9E0D-141B518001FB}" dt="2025-08-27T01:11:08.780" v="46" actId="1035"/>
            <ac:spMkLst>
              <pc:docMk/>
              <pc:sldMasterMk cId="661577070" sldId="2147483648"/>
              <pc:sldLayoutMk cId="1471266884" sldId="2147483659"/>
              <ac:spMk id="3" creationId="{F876292C-B4E7-FCE3-1E74-154C919298A3}"/>
            </ac:spMkLst>
          </pc:spChg>
          <pc:spChg chg="mod">
            <ac:chgData name="Alessio Bellino" userId="4d67f9ee-b7e6-436d-9ca9-011d058f5ab9" providerId="ADAL" clId="{D6D7F994-7B23-4B30-9E0D-141B518001FB}" dt="2025-09-03T15:29:00.979" v="112" actId="207"/>
            <ac:spMkLst>
              <pc:docMk/>
              <pc:sldMasterMk cId="661577070" sldId="2147483648"/>
              <pc:sldLayoutMk cId="1471266884" sldId="2147483659"/>
              <ac:spMk id="4" creationId="{A9CE6CAF-4FD0-1FA1-1965-C06A9FCE86EB}"/>
            </ac:spMkLst>
          </pc:spChg>
          <pc:spChg chg="add mod">
            <ac:chgData name="Alessio Bellino" userId="4d67f9ee-b7e6-436d-9ca9-011d058f5ab9" providerId="ADAL" clId="{D6D7F994-7B23-4B30-9E0D-141B518001FB}" dt="2025-08-27T01:10:37.653" v="27" actId="1076"/>
            <ac:spMkLst>
              <pc:docMk/>
              <pc:sldMasterMk cId="661577070" sldId="2147483648"/>
              <pc:sldLayoutMk cId="1471266884" sldId="2147483659"/>
              <ac:spMk id="5" creationId="{6F44FAD5-85C0-5126-BEBB-39AE90164067}"/>
            </ac:spMkLst>
          </pc:spChg>
          <pc:spChg chg="add mod">
            <ac:chgData name="Alessio Bellino" userId="4d67f9ee-b7e6-436d-9ca9-011d058f5ab9" providerId="ADAL" clId="{D6D7F994-7B23-4B30-9E0D-141B518001FB}" dt="2025-08-27T01:10:37.653" v="27" actId="1076"/>
            <ac:spMkLst>
              <pc:docMk/>
              <pc:sldMasterMk cId="661577070" sldId="2147483648"/>
              <pc:sldLayoutMk cId="1471266884" sldId="2147483659"/>
              <ac:spMk id="6" creationId="{5E15C401-2708-BE2C-313C-6E972121150A}"/>
            </ac:spMkLst>
          </pc:spChg>
          <pc:spChg chg="mod">
            <ac:chgData name="Alessio Bellino" userId="4d67f9ee-b7e6-436d-9ca9-011d058f5ab9" providerId="ADAL" clId="{D6D7F994-7B23-4B30-9E0D-141B518001FB}" dt="2025-08-27T01:11:08.780" v="46" actId="1035"/>
            <ac:spMkLst>
              <pc:docMk/>
              <pc:sldMasterMk cId="661577070" sldId="2147483648"/>
              <pc:sldLayoutMk cId="1471266884" sldId="2147483659"/>
              <ac:spMk id="10" creationId="{7EE5EA41-8A93-19E6-0938-921548C16043}"/>
            </ac:spMkLst>
          </pc:spChg>
          <pc:spChg chg="mod">
            <ac:chgData name="Alessio Bellino" userId="4d67f9ee-b7e6-436d-9ca9-011d058f5ab9" providerId="ADAL" clId="{D6D7F994-7B23-4B30-9E0D-141B518001FB}" dt="2025-08-27T01:11:37.001" v="74" actId="14100"/>
            <ac:spMkLst>
              <pc:docMk/>
              <pc:sldMasterMk cId="661577070" sldId="2147483648"/>
              <pc:sldLayoutMk cId="1471266884" sldId="2147483659"/>
              <ac:spMk id="13" creationId="{33A5CA17-0E07-7C00-D057-B222092BBE90}"/>
            </ac:spMkLst>
          </pc:spChg>
        </pc:sldLayoutChg>
        <pc:sldLayoutChg chg="addSp delSp modSp mod">
          <pc:chgData name="Alessio Bellino" userId="4d67f9ee-b7e6-436d-9ca9-011d058f5ab9" providerId="ADAL" clId="{D6D7F994-7B23-4B30-9E0D-141B518001FB}" dt="2025-09-03T15:48:58.086" v="129" actId="403"/>
          <pc:sldLayoutMkLst>
            <pc:docMk/>
            <pc:sldMasterMk cId="661577070" sldId="2147483648"/>
            <pc:sldLayoutMk cId="1862163226" sldId="2147483660"/>
          </pc:sldLayoutMkLst>
          <pc:spChg chg="mod">
            <ac:chgData name="Alessio Bellino" userId="4d67f9ee-b7e6-436d-9ca9-011d058f5ab9" providerId="ADAL" clId="{D6D7F994-7B23-4B30-9E0D-141B518001FB}" dt="2025-09-03T15:48:58.086" v="129" actId="403"/>
            <ac:spMkLst>
              <pc:docMk/>
              <pc:sldMasterMk cId="661577070" sldId="2147483648"/>
              <pc:sldLayoutMk cId="1862163226" sldId="2147483660"/>
              <ac:spMk id="2" creationId="{F452E439-A5BF-EE24-C08E-1F9F20701E7E}"/>
            </ac:spMkLst>
          </pc:spChg>
          <pc:spChg chg="mod">
            <ac:chgData name="Alessio Bellino" userId="4d67f9ee-b7e6-436d-9ca9-011d058f5ab9" providerId="ADAL" clId="{D6D7F994-7B23-4B30-9E0D-141B518001FB}" dt="2025-09-03T15:29:32.545" v="122" actId="207"/>
            <ac:spMkLst>
              <pc:docMk/>
              <pc:sldMasterMk cId="661577070" sldId="2147483648"/>
              <pc:sldLayoutMk cId="1862163226" sldId="2147483660"/>
              <ac:spMk id="7" creationId="{D9290BF2-0C25-514A-9D89-51E5C7543451}"/>
            </ac:spMkLst>
          </pc:spChg>
        </pc:sldLayoutChg>
        <pc:sldLayoutChg chg="modSp mod">
          <pc:chgData name="Alessio Bellino" userId="4d67f9ee-b7e6-436d-9ca9-011d058f5ab9" providerId="ADAL" clId="{D6D7F994-7B23-4B30-9E0D-141B518001FB}" dt="2025-09-03T15:49:36.430" v="140" actId="404"/>
          <pc:sldLayoutMkLst>
            <pc:docMk/>
            <pc:sldMasterMk cId="661577070" sldId="2147483648"/>
            <pc:sldLayoutMk cId="4274332006" sldId="2147483661"/>
          </pc:sldLayoutMkLst>
          <pc:spChg chg="mod">
            <ac:chgData name="Alessio Bellino" userId="4d67f9ee-b7e6-436d-9ca9-011d058f5ab9" providerId="ADAL" clId="{D6D7F994-7B23-4B30-9E0D-141B518001FB}" dt="2025-09-03T15:49:36.430" v="140" actId="404"/>
            <ac:spMkLst>
              <pc:docMk/>
              <pc:sldMasterMk cId="661577070" sldId="2147483648"/>
              <pc:sldLayoutMk cId="4274332006" sldId="2147483661"/>
              <ac:spMk id="2" creationId="{D7FA4241-75AB-E168-9F15-606C0FA2D9CB}"/>
            </ac:spMkLst>
          </pc:spChg>
          <pc:spChg chg="mod">
            <ac:chgData name="Alessio Bellino" userId="4d67f9ee-b7e6-436d-9ca9-011d058f5ab9" providerId="ADAL" clId="{D6D7F994-7B23-4B30-9E0D-141B518001FB}" dt="2025-09-03T15:29:00.051" v="110" actId="207"/>
            <ac:spMkLst>
              <pc:docMk/>
              <pc:sldMasterMk cId="661577070" sldId="2147483648"/>
              <pc:sldLayoutMk cId="4274332006" sldId="2147483661"/>
              <ac:spMk id="6" creationId="{A414259A-EE28-0473-21CE-0257CE7539E5}"/>
            </ac:spMkLst>
          </pc:spChg>
        </pc:sldLayoutChg>
        <pc:sldLayoutChg chg="modSp mod">
          <pc:chgData name="Alessio Bellino" userId="4d67f9ee-b7e6-436d-9ca9-011d058f5ab9" providerId="ADAL" clId="{D6D7F994-7B23-4B30-9E0D-141B518001FB}" dt="2025-09-03T15:49:33.029" v="138" actId="404"/>
          <pc:sldLayoutMkLst>
            <pc:docMk/>
            <pc:sldMasterMk cId="661577070" sldId="2147483648"/>
            <pc:sldLayoutMk cId="708463557" sldId="2147483662"/>
          </pc:sldLayoutMkLst>
          <pc:spChg chg="mod">
            <ac:chgData name="Alessio Bellino" userId="4d67f9ee-b7e6-436d-9ca9-011d058f5ab9" providerId="ADAL" clId="{D6D7F994-7B23-4B30-9E0D-141B518001FB}" dt="2025-09-03T15:49:33.029" v="138" actId="404"/>
            <ac:spMkLst>
              <pc:docMk/>
              <pc:sldMasterMk cId="661577070" sldId="2147483648"/>
              <pc:sldLayoutMk cId="708463557" sldId="2147483662"/>
              <ac:spMk id="2" creationId="{D7FA4241-75AB-E168-9F15-606C0FA2D9CB}"/>
            </ac:spMkLst>
          </pc:spChg>
          <pc:spChg chg="mod">
            <ac:chgData name="Alessio Bellino" userId="4d67f9ee-b7e6-436d-9ca9-011d058f5ab9" providerId="ADAL" clId="{D6D7F994-7B23-4B30-9E0D-141B518001FB}" dt="2025-09-03T15:29:00.547" v="111" actId="207"/>
            <ac:spMkLst>
              <pc:docMk/>
              <pc:sldMasterMk cId="661577070" sldId="2147483648"/>
              <pc:sldLayoutMk cId="708463557" sldId="2147483662"/>
              <ac:spMk id="6" creationId="{A414259A-EE28-0473-21CE-0257CE7539E5}"/>
            </ac:spMkLst>
          </pc:spChg>
        </pc:sldLayoutChg>
        <pc:sldLayoutChg chg="modSp mod">
          <pc:chgData name="Alessio Bellino" userId="4d67f9ee-b7e6-436d-9ca9-011d058f5ab9" providerId="ADAL" clId="{D6D7F994-7B23-4B30-9E0D-141B518001FB}" dt="2025-09-03T15:49:48.493" v="146" actId="404"/>
          <pc:sldLayoutMkLst>
            <pc:docMk/>
            <pc:sldMasterMk cId="661577070" sldId="2147483648"/>
            <pc:sldLayoutMk cId="1162041891" sldId="2147483663"/>
          </pc:sldLayoutMkLst>
          <pc:spChg chg="mod">
            <ac:chgData name="Alessio Bellino" userId="4d67f9ee-b7e6-436d-9ca9-011d058f5ab9" providerId="ADAL" clId="{D6D7F994-7B23-4B30-9E0D-141B518001FB}" dt="2025-09-03T15:49:48.493" v="146" actId="404"/>
            <ac:spMkLst>
              <pc:docMk/>
              <pc:sldMasterMk cId="661577070" sldId="2147483648"/>
              <pc:sldLayoutMk cId="1162041891" sldId="2147483663"/>
              <ac:spMk id="2" creationId="{D7FA4241-75AB-E168-9F15-606C0FA2D9CB}"/>
            </ac:spMkLst>
          </pc:spChg>
          <pc:spChg chg="mod">
            <ac:chgData name="Alessio Bellino" userId="4d67f9ee-b7e6-436d-9ca9-011d058f5ab9" providerId="ADAL" clId="{D6D7F994-7B23-4B30-9E0D-141B518001FB}" dt="2025-09-03T15:49:46.156" v="144" actId="403"/>
            <ac:spMkLst>
              <pc:docMk/>
              <pc:sldMasterMk cId="661577070" sldId="2147483648"/>
              <pc:sldLayoutMk cId="1162041891" sldId="2147483663"/>
              <ac:spMk id="6" creationId="{A414259A-EE28-0473-21CE-0257CE7539E5}"/>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Has aprendido a tomar decisiones basadas en una sola pregunta. Pero, ¿qué pasa cuando una decisión depende de *varias cosas a la vez*? Para iniciar sesión en una cuenta, necesitas el usuario correcto Y la contraseña correcta. En esta misión, pondrás a prueba tu pulso con un juego de equilibrio y aprenderás a usar el poderoso operador lógico "Y" (AND) para crear condiciones complejas. ¡Prepárate para programar una decisión que requiere el doble de precisión!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iniciar el programa, estableceremos la variable `debeSonarAlarma` a verdadero, luego, en el bloque `repetir para siempre` estableceremos las variables `xDesplazado` y `yDesplazado`, las cuales almacenarán los valores de la inclinación en el eje X e Y, respectivamente, esto sumado a 140 para desplazarlas a un rango positivo. También estableceremos las variables `ledX` y `ledY`, que indicarán en qué posición de la pantalla deberá mostrarse el LED según la inclinación del dispositivo: en ellas almacenaremos la inclinación desplazada correspondiente multiplicada por 4 y dividida por 160, todo esto aplicado al bloque `redondear al alza`. El resultado va del 2 al 6: con el celular horizontal el punto queda en el LED 4, el del centro, y al inclinarlo se mueve por los 5 LEDs centrales de la pantalla, sin llegar nunca al borde. Con esto nos aseguramos de que la inclinación de nuestro celular siempre se acomode a la pantalla.</a:t>
            </a:r>
          </a:p>
          <a:p/>
          <a:p>
            <a:r>
              <a:t>La clave de este código viene ahora: Estableceremos las variables `centradoX` y `centradoY`, las cuales comprobarán dos condiciones separadas cada una, por ejemplo, `centradoX` comprobará si `ledX` está en el tercer led de la pantalla o más adelante, y que a su vez, gracias al bloque `y`, evaluará si `ledX` está en el quinto led de la pantalla o alguno anterior, esto resulta en que la variable `centradoX` solo será verdadera si `ledX` está entre los leds 3 y 5. Esto ocurre de manera similar con la variable `centradoY`, solo que con `ledY`.</a:t>
            </a:r>
          </a:p>
          <a:p/>
          <a:p>
            <a:r>
              <a:t>Luego, dentro del bloque `si`, verás un bloque `y` que contiene dos condiciones separadas, una para el eje X y otra para el eje Y. El programa evalúa ambas en cada ciclo. Solo si las dos son verdaderas al mismo tiempo, se ejecutará el código del camino «nivelado». Dentro de ese camino hay además un `si debeSonarAlarma`: hace que la nota de acierto suene una sola vez al entrar a la zona (la bandera pasa a falso), y la rama de alarma la vuelve a poner en verdadero, dejándola lista para la próxima vez que recuperes el equilibrio. En el momento en que una de ellas falle, toda la condición `y` se vuelve falsa, y el programa salta inmediatamente al bloque `sino` para activar la alarma, con efectos de sonido que indican que el celular está desnivelado.</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9290BF2-0C25-514A-9D89-51E5C7543451}"/>
              </a:ext>
            </a:extLst>
          </p:cNvPr>
          <p:cNvSpPr/>
          <p:nvPr userDrawn="1"/>
        </p:nvSpPr>
        <p:spPr>
          <a:xfrm>
            <a:off x="0" y="0"/>
            <a:ext cx="12192001"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US" dirty="0"/>
          </a:p>
        </p:txBody>
      </p:sp>
      <p:sp>
        <p:nvSpPr>
          <p:cNvPr id="8" name="Rectangle: Rounded Corners 7">
            <a:extLst>
              <a:ext uri="{FF2B5EF4-FFF2-40B4-BE49-F238E27FC236}">
                <a16:creationId xmlns:a16="http://schemas.microsoft.com/office/drawing/2014/main" id="{B1EBC41C-1973-BA75-6DA5-7476F2924EA7}"/>
              </a:ext>
            </a:extLst>
          </p:cNvPr>
          <p:cNvSpPr/>
          <p:nvPr userDrawn="1"/>
        </p:nvSpPr>
        <p:spPr>
          <a:xfrm>
            <a:off x="313509" y="1384663"/>
            <a:ext cx="11529241" cy="5130437"/>
          </a:xfrm>
          <a:prstGeom prst="roundRect">
            <a:avLst>
              <a:gd name="adj" fmla="val 3565"/>
            </a:avLst>
          </a:prstGeom>
          <a:solidFill>
            <a:srgbClr val="FACC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52E439-A5BF-EE24-C08E-1F9F20701E7E}"/>
              </a:ext>
            </a:extLst>
          </p:cNvPr>
          <p:cNvSpPr>
            <a:spLocks noGrp="1"/>
          </p:cNvSpPr>
          <p:nvPr>
            <p:ph type="ctrTitle"/>
          </p:nvPr>
        </p:nvSpPr>
        <p:spPr>
          <a:xfrm>
            <a:off x="349250" y="332438"/>
            <a:ext cx="9702800" cy="498598"/>
          </a:xfrm>
        </p:spPr>
        <p:txBody>
          <a:bodyPr lIns="0" tIns="0" rIns="0" bIns="0" anchor="ctr" anchorCtr="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5B2B2810-E0CF-406E-4F44-3A1E40441DD8}"/>
              </a:ext>
            </a:extLst>
          </p:cNvPr>
          <p:cNvSpPr>
            <a:spLocks noGrp="1"/>
          </p:cNvSpPr>
          <p:nvPr>
            <p:ph type="subTitle" idx="1"/>
          </p:nvPr>
        </p:nvSpPr>
        <p:spPr>
          <a:xfrm>
            <a:off x="719394" y="3354907"/>
            <a:ext cx="2755326" cy="2828179"/>
          </a:xfrm>
        </p:spPr>
        <p:txBody>
          <a:bodyPr lIns="0" tIns="0" rIns="0" bIns="0" anchor="b" anchorCtr="0">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6" name="Picture Placeholder 5">
            <a:extLst>
              <a:ext uri="{FF2B5EF4-FFF2-40B4-BE49-F238E27FC236}">
                <a16:creationId xmlns:a16="http://schemas.microsoft.com/office/drawing/2014/main" id="{5E4B69F6-FE45-27AD-6411-FD4BBF3B0AE0}"/>
              </a:ext>
            </a:extLst>
          </p:cNvPr>
          <p:cNvSpPr>
            <a:spLocks noGrp="1"/>
          </p:cNvSpPr>
          <p:nvPr>
            <p:ph type="pic" sz="quarter" idx="11"/>
          </p:nvPr>
        </p:nvSpPr>
        <p:spPr>
          <a:xfrm>
            <a:off x="3684945" y="1769366"/>
            <a:ext cx="7745054" cy="4413720"/>
          </a:xfrm>
          <a:prstGeom prst="roundRect">
            <a:avLst>
              <a:gd name="adj" fmla="val 3456"/>
            </a:avLst>
          </a:prstGeom>
          <a:noFill/>
          <a:ln w="57150">
            <a:solidFill>
              <a:srgbClr val="FFFFFF"/>
            </a:solidFill>
          </a:ln>
        </p:spPr>
        <p:txBody>
          <a:bodyPr/>
          <a:lstStyle/>
          <a:p>
            <a:endParaRPr lang="en-US"/>
          </a:p>
        </p:txBody>
      </p:sp>
      <p:pic>
        <p:nvPicPr>
          <p:cNvPr id="10" name="Graphic 9">
            <a:extLst>
              <a:ext uri="{FF2B5EF4-FFF2-40B4-BE49-F238E27FC236}">
                <a16:creationId xmlns:a16="http://schemas.microsoft.com/office/drawing/2014/main" id="{AB9BB7E5-C85F-0334-276C-7C712C2ED2F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02626" y="388103"/>
            <a:ext cx="1640124" cy="369739"/>
          </a:xfrm>
          <a:prstGeom prst="rect">
            <a:avLst/>
          </a:prstGeom>
        </p:spPr>
      </p:pic>
      <p:grpSp>
        <p:nvGrpSpPr>
          <p:cNvPr id="12" name="Group 11">
            <a:extLst>
              <a:ext uri="{FF2B5EF4-FFF2-40B4-BE49-F238E27FC236}">
                <a16:creationId xmlns:a16="http://schemas.microsoft.com/office/drawing/2014/main" id="{1079A8B7-BAF0-EF58-AC85-EFDE61C90324}"/>
              </a:ext>
            </a:extLst>
          </p:cNvPr>
          <p:cNvGrpSpPr/>
          <p:nvPr userDrawn="1"/>
        </p:nvGrpSpPr>
        <p:grpSpPr>
          <a:xfrm>
            <a:off x="719394" y="1776715"/>
            <a:ext cx="1383463" cy="1317216"/>
            <a:chOff x="1784610" y="2330845"/>
            <a:chExt cx="1383463" cy="1317216"/>
          </a:xfrm>
        </p:grpSpPr>
        <p:sp>
          <p:nvSpPr>
            <p:cNvPr id="11" name="Rectangle: Rounded Corners 10">
              <a:extLst>
                <a:ext uri="{FF2B5EF4-FFF2-40B4-BE49-F238E27FC236}">
                  <a16:creationId xmlns:a16="http://schemas.microsoft.com/office/drawing/2014/main" id="{6EA8E70E-EF90-8C91-7557-6DA5901AE857}"/>
                </a:ext>
              </a:extLst>
            </p:cNvPr>
            <p:cNvSpPr/>
            <p:nvPr userDrawn="1"/>
          </p:nvSpPr>
          <p:spPr>
            <a:xfrm>
              <a:off x="1784610" y="2330845"/>
              <a:ext cx="1383463" cy="1317216"/>
            </a:xfrm>
            <a:prstGeom prst="roundRect">
              <a:avLst>
                <a:gd name="adj" fmla="val 840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a:extLst>
                <a:ext uri="{FF2B5EF4-FFF2-40B4-BE49-F238E27FC236}">
                  <a16:creationId xmlns:a16="http://schemas.microsoft.com/office/drawing/2014/main" id="{D9C78F5D-0C65-AD3C-3EA2-AE6C8BBC813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072559" y="2451078"/>
              <a:ext cx="807564" cy="1076750"/>
            </a:xfrm>
            <a:prstGeom prst="rect">
              <a:avLst/>
            </a:prstGeom>
          </p:spPr>
        </p:pic>
      </p:grpSp>
    </p:spTree>
    <p:extLst>
      <p:ext uri="{BB962C8B-B14F-4D97-AF65-F5344CB8AC3E}">
        <p14:creationId xmlns:p14="http://schemas.microsoft.com/office/powerpoint/2010/main" val="552119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hat-to-do">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9290BF2-0C25-514A-9D89-51E5C7543451}"/>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US"/>
          </a:p>
        </p:txBody>
      </p:sp>
      <p:sp>
        <p:nvSpPr>
          <p:cNvPr id="2" name="Title 1">
            <a:extLst>
              <a:ext uri="{FF2B5EF4-FFF2-40B4-BE49-F238E27FC236}">
                <a16:creationId xmlns:a16="http://schemas.microsoft.com/office/drawing/2014/main" id="{F452E439-A5BF-EE24-C08E-1F9F20701E7E}"/>
              </a:ext>
            </a:extLst>
          </p:cNvPr>
          <p:cNvSpPr>
            <a:spLocks noGrp="1"/>
          </p:cNvSpPr>
          <p:nvPr>
            <p:ph type="ctrTitle"/>
          </p:nvPr>
        </p:nvSpPr>
        <p:spPr>
          <a:xfrm>
            <a:off x="357517" y="352860"/>
            <a:ext cx="11489043" cy="498598"/>
          </a:xfrm>
        </p:spPr>
        <p:txBody>
          <a:bodyPr wrap="square" lIns="0" tIns="0" rIns="0" bIns="0" anchor="ctr" anchorCtr="0">
            <a:spAutoFit/>
          </a:bodyPr>
          <a:lstStyle>
            <a:lvl1pPr algn="ctr">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6" name="Picture Placeholder 5">
            <a:extLst>
              <a:ext uri="{FF2B5EF4-FFF2-40B4-BE49-F238E27FC236}">
                <a16:creationId xmlns:a16="http://schemas.microsoft.com/office/drawing/2014/main" id="{5E4B69F6-FE45-27AD-6411-FD4BBF3B0AE0}"/>
              </a:ext>
            </a:extLst>
          </p:cNvPr>
          <p:cNvSpPr>
            <a:spLocks noGrp="1"/>
          </p:cNvSpPr>
          <p:nvPr>
            <p:ph type="pic" sz="quarter" idx="11"/>
          </p:nvPr>
        </p:nvSpPr>
        <p:spPr>
          <a:xfrm>
            <a:off x="1441138" y="1197600"/>
            <a:ext cx="9331959" cy="5318057"/>
          </a:xfrm>
          <a:prstGeom prst="roundRect">
            <a:avLst>
              <a:gd name="adj" fmla="val 3456"/>
            </a:avLst>
          </a:prstGeom>
          <a:solidFill>
            <a:schemeClr val="tx1"/>
          </a:solidFill>
          <a:ln w="57150">
            <a:noFill/>
          </a:ln>
        </p:spPr>
        <p:txBody>
          <a:bodyPr/>
          <a:lstStyle/>
          <a:p>
            <a:endParaRPr lang="en-US"/>
          </a:p>
        </p:txBody>
      </p:sp>
    </p:spTree>
    <p:extLst>
      <p:ext uri="{BB962C8B-B14F-4D97-AF65-F5344CB8AC3E}">
        <p14:creationId xmlns:p14="http://schemas.microsoft.com/office/powerpoint/2010/main" val="1862163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im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52629" y="405753"/>
            <a:ext cx="11509172" cy="498598"/>
          </a:xfrm>
        </p:spPr>
        <p:txBody>
          <a:bodyPr wrap="square" lIns="0" tIns="0" rIns="0" bIns="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42468" y="2107350"/>
            <a:ext cx="7742784" cy="4412426"/>
          </a:xfrm>
          <a:prstGeom prst="roundRect">
            <a:avLst>
              <a:gd name="adj" fmla="val 3456"/>
            </a:avLst>
          </a:prstGeom>
          <a:solidFill>
            <a:schemeClr val="tx1"/>
          </a:solidFill>
          <a:ln w="5715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8469867" y="2107347"/>
            <a:ext cx="3379665" cy="4412427"/>
          </a:xfrm>
          <a:prstGeom prst="roundRect">
            <a:avLst>
              <a:gd name="adj" fmla="val 4602"/>
            </a:avLst>
          </a:prstGeom>
          <a:solidFill>
            <a:srgbClr val="000000">
              <a:alpha val="50000"/>
            </a:srgbClr>
          </a:solidFill>
        </p:spPr>
        <p:txBody>
          <a:bodyPr anchor="ctr" anchorCtr="0">
            <a:normAutofit/>
          </a:bodyPr>
          <a:lstStyle>
            <a:lvl1pPr marL="0" indent="0">
              <a:buNone/>
              <a:defRPr sz="1800">
                <a:solidFill>
                  <a:schemeClr val="bg1"/>
                </a:solidFill>
              </a:defRPr>
            </a:lvl1pPr>
            <a:lvl2pPr>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68460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im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6207" y="401133"/>
            <a:ext cx="11505434" cy="498598"/>
          </a:xfrm>
        </p:spPr>
        <p:txBody>
          <a:bodyPr wrap="square" lIns="0" tIns="0" rIns="0" bIns="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45152" y="1376583"/>
            <a:ext cx="5483524" cy="3124928"/>
          </a:xfrm>
          <a:prstGeom prst="roundRect">
            <a:avLst>
              <a:gd name="adj" fmla="val 3456"/>
            </a:avLst>
          </a:prstGeom>
          <a:solidFill>
            <a:schemeClr val="tx1"/>
          </a:solidFill>
          <a:ln w="5715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45151" y="4836160"/>
            <a:ext cx="11505434" cy="1692886"/>
          </a:xfrm>
          <a:prstGeom prst="roundRect">
            <a:avLst>
              <a:gd name="adj" fmla="val 9302"/>
            </a:avLst>
          </a:prstGeom>
          <a:solidFill>
            <a:srgbClr val="000000">
              <a:alpha val="40000"/>
            </a:srgbClr>
          </a:solidFill>
        </p:spPr>
        <p:txBody>
          <a:bodyPr anchor="ctr" anchorCtr="0">
            <a:normAutofit/>
          </a:bodyPr>
          <a:lstStyle>
            <a:lvl1pPr marL="0" indent="0">
              <a:buNone/>
              <a:defRPr sz="1800">
                <a:solidFill>
                  <a:schemeClr val="bg1"/>
                </a:solidFill>
              </a:defRPr>
            </a:lvl1pPr>
            <a:lvl2pPr marL="457200" indent="0">
              <a:buNone/>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5">
            <a:extLst>
              <a:ext uri="{FF2B5EF4-FFF2-40B4-BE49-F238E27FC236}">
                <a16:creationId xmlns:a16="http://schemas.microsoft.com/office/drawing/2014/main" id="{0DF48D15-1243-3CFE-9BF8-52297AA92FD4}"/>
              </a:ext>
            </a:extLst>
          </p:cNvPr>
          <p:cNvSpPr>
            <a:spLocks noGrp="1"/>
          </p:cNvSpPr>
          <p:nvPr>
            <p:ph type="pic" sz="quarter" idx="13"/>
          </p:nvPr>
        </p:nvSpPr>
        <p:spPr>
          <a:xfrm>
            <a:off x="6363324" y="1376583"/>
            <a:ext cx="5483524" cy="3124928"/>
          </a:xfrm>
          <a:prstGeom prst="roundRect">
            <a:avLst>
              <a:gd name="adj" fmla="val 3456"/>
            </a:avLst>
          </a:prstGeom>
          <a:solidFill>
            <a:schemeClr val="tx1"/>
          </a:solidFill>
          <a:ln w="57150">
            <a:noFill/>
          </a:ln>
        </p:spPr>
        <p:txBody>
          <a:bodyPr/>
          <a:lstStyle/>
          <a:p>
            <a:endParaRPr lang="en-US"/>
          </a:p>
        </p:txBody>
      </p:sp>
    </p:spTree>
    <p:extLst>
      <p:ext uri="{BB962C8B-B14F-4D97-AF65-F5344CB8AC3E}">
        <p14:creationId xmlns:p14="http://schemas.microsoft.com/office/powerpoint/2010/main" val="892857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im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0845" y="399603"/>
            <a:ext cx="11516880" cy="498598"/>
          </a:xfrm>
        </p:spPr>
        <p:txBody>
          <a:bodyPr wrap="square" lIns="0" tIns="0" rIns="0" bIns="0">
            <a:spAutoFit/>
          </a:bodyPr>
          <a:lstStyle>
            <a:lvl1pPr algn="ctr">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33375" y="1346630"/>
            <a:ext cx="3577086" cy="2038495"/>
          </a:xfrm>
          <a:prstGeom prst="roundRect">
            <a:avLst>
              <a:gd name="adj" fmla="val 3456"/>
            </a:avLst>
          </a:prstGeom>
          <a:solidFill>
            <a:schemeClr val="tx1"/>
          </a:solidFill>
          <a:ln w="3810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33375" y="3774775"/>
            <a:ext cx="11524350" cy="2757636"/>
          </a:xfrm>
          <a:prstGeom prst="roundRect">
            <a:avLst>
              <a:gd name="adj" fmla="val 4836"/>
            </a:avLst>
          </a:prstGeom>
          <a:solidFill>
            <a:srgbClr val="000000">
              <a:alpha val="40000"/>
            </a:srgbClr>
          </a:solidFill>
        </p:spPr>
        <p:txBody>
          <a:bodyPr anchor="ctr" anchorCtr="0">
            <a:normAutofit/>
          </a:bodyPr>
          <a:lstStyle>
            <a:lvl1pPr marL="0" indent="0">
              <a:buNone/>
              <a:defRPr sz="1800">
                <a:solidFill>
                  <a:schemeClr val="bg1"/>
                </a:solidFill>
              </a:defRPr>
            </a:lvl1pPr>
            <a:lvl2pPr>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a:extLst>
              <a:ext uri="{FF2B5EF4-FFF2-40B4-BE49-F238E27FC236}">
                <a16:creationId xmlns:a16="http://schemas.microsoft.com/office/drawing/2014/main" id="{F2FA5519-3AB3-CEC1-AE02-532EC2CCB4D8}"/>
              </a:ext>
            </a:extLst>
          </p:cNvPr>
          <p:cNvSpPr>
            <a:spLocks noGrp="1"/>
          </p:cNvSpPr>
          <p:nvPr>
            <p:ph type="pic" sz="quarter" idx="13"/>
          </p:nvPr>
        </p:nvSpPr>
        <p:spPr>
          <a:xfrm>
            <a:off x="4307007" y="1346630"/>
            <a:ext cx="3577086" cy="2038495"/>
          </a:xfrm>
          <a:prstGeom prst="roundRect">
            <a:avLst>
              <a:gd name="adj" fmla="val 3456"/>
            </a:avLst>
          </a:prstGeom>
          <a:solidFill>
            <a:schemeClr val="tx1"/>
          </a:solidFill>
          <a:ln w="38100">
            <a:noFill/>
          </a:ln>
        </p:spPr>
        <p:txBody>
          <a:bodyPr/>
          <a:lstStyle/>
          <a:p>
            <a:endParaRPr lang="en-US"/>
          </a:p>
        </p:txBody>
      </p:sp>
      <p:sp>
        <p:nvSpPr>
          <p:cNvPr id="9" name="Picture Placeholder 5">
            <a:extLst>
              <a:ext uri="{FF2B5EF4-FFF2-40B4-BE49-F238E27FC236}">
                <a16:creationId xmlns:a16="http://schemas.microsoft.com/office/drawing/2014/main" id="{31B82278-DD8A-4CE0-788E-1B913AF1EBBC}"/>
              </a:ext>
            </a:extLst>
          </p:cNvPr>
          <p:cNvSpPr>
            <a:spLocks noGrp="1"/>
          </p:cNvSpPr>
          <p:nvPr>
            <p:ph type="pic" sz="quarter" idx="14"/>
          </p:nvPr>
        </p:nvSpPr>
        <p:spPr>
          <a:xfrm>
            <a:off x="8280639" y="1346630"/>
            <a:ext cx="3577086" cy="2038495"/>
          </a:xfrm>
          <a:prstGeom prst="roundRect">
            <a:avLst>
              <a:gd name="adj" fmla="val 3456"/>
            </a:avLst>
          </a:prstGeom>
          <a:solidFill>
            <a:schemeClr val="tx1"/>
          </a:solidFill>
          <a:ln w="38100">
            <a:noFill/>
          </a:ln>
        </p:spPr>
        <p:txBody>
          <a:bodyPr/>
          <a:lstStyle/>
          <a:p>
            <a:endParaRPr lang="en-US"/>
          </a:p>
        </p:txBody>
      </p:sp>
    </p:spTree>
    <p:extLst>
      <p:ext uri="{BB962C8B-B14F-4D97-AF65-F5344CB8AC3E}">
        <p14:creationId xmlns:p14="http://schemas.microsoft.com/office/powerpoint/2010/main" val="2348620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four-img">
    <p:bg>
      <p:bgPr>
        <a:solidFill>
          <a:srgbClr val="000000">
            <a:alpha val="40000"/>
          </a:srgbClr>
        </a:solidFill>
        <a:effectLst/>
      </p:bgPr>
    </p:b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1745" y="396509"/>
            <a:ext cx="11508510" cy="498598"/>
          </a:xfrm>
        </p:spPr>
        <p:txBody>
          <a:bodyPr wrap="square" lIns="0" tIns="0" rIns="0" bIns="0">
            <a:spAutoFit/>
          </a:bodyPr>
          <a:lstStyle>
            <a:lvl1pPr algn="ctr">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10" name="Picture Placeholder 5">
            <a:extLst>
              <a:ext uri="{FF2B5EF4-FFF2-40B4-BE49-F238E27FC236}">
                <a16:creationId xmlns:a16="http://schemas.microsoft.com/office/drawing/2014/main" id="{7EE5EA41-8A93-19E6-0938-921548C16043}"/>
              </a:ext>
            </a:extLst>
          </p:cNvPr>
          <p:cNvSpPr>
            <a:spLocks noGrp="1"/>
          </p:cNvSpPr>
          <p:nvPr>
            <p:ph type="pic" sz="quarter" idx="15"/>
          </p:nvPr>
        </p:nvSpPr>
        <p:spPr>
          <a:xfrm>
            <a:off x="336974" y="1330039"/>
            <a:ext cx="3898598" cy="2221717"/>
          </a:xfrm>
          <a:prstGeom prst="roundRect">
            <a:avLst>
              <a:gd name="adj" fmla="val 3456"/>
            </a:avLst>
          </a:prstGeom>
          <a:solidFill>
            <a:schemeClr val="tx1"/>
          </a:solidFill>
          <a:ln w="38100">
            <a:noFill/>
          </a:ln>
        </p:spPr>
        <p:txBody>
          <a:bodyPr/>
          <a:lstStyle/>
          <a:p>
            <a:endParaRPr lang="en-US"/>
          </a:p>
        </p:txBody>
      </p:sp>
      <p:sp>
        <p:nvSpPr>
          <p:cNvPr id="13" name="Text Placeholder 6">
            <a:extLst>
              <a:ext uri="{FF2B5EF4-FFF2-40B4-BE49-F238E27FC236}">
                <a16:creationId xmlns:a16="http://schemas.microsoft.com/office/drawing/2014/main" id="{33A5CA17-0E07-7C00-D057-B222092BBE90}"/>
              </a:ext>
            </a:extLst>
          </p:cNvPr>
          <p:cNvSpPr>
            <a:spLocks noGrp="1"/>
          </p:cNvSpPr>
          <p:nvPr>
            <p:ph type="body" sz="quarter" idx="12"/>
          </p:nvPr>
        </p:nvSpPr>
        <p:spPr>
          <a:xfrm>
            <a:off x="8793018" y="1335991"/>
            <a:ext cx="3062205" cy="5180899"/>
          </a:xfrm>
          <a:prstGeom prst="roundRect">
            <a:avLst>
              <a:gd name="adj" fmla="val 3016"/>
            </a:avLst>
          </a:prstGeom>
          <a:solidFill>
            <a:schemeClr val="tx1">
              <a:lumMod val="85000"/>
              <a:lumOff val="15000"/>
            </a:schemeClr>
          </a:solidFill>
        </p:spPr>
        <p:txBody>
          <a:bodyPr anchor="ctr" anchorCtr="0">
            <a:normAutofit/>
          </a:bodyPr>
          <a:lstStyle>
            <a:lvl1pPr marL="0" indent="0">
              <a:buNone/>
              <a:defRPr sz="1800">
                <a:solidFill>
                  <a:schemeClr val="bg1"/>
                </a:solidFill>
              </a:defRPr>
            </a:lvl1pPr>
            <a:lvl2pPr>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5">
            <a:extLst>
              <a:ext uri="{FF2B5EF4-FFF2-40B4-BE49-F238E27FC236}">
                <a16:creationId xmlns:a16="http://schemas.microsoft.com/office/drawing/2014/main" id="{F876292C-B4E7-FCE3-1E74-154C919298A3}"/>
              </a:ext>
            </a:extLst>
          </p:cNvPr>
          <p:cNvSpPr>
            <a:spLocks noGrp="1"/>
          </p:cNvSpPr>
          <p:nvPr>
            <p:ph type="pic" sz="quarter" idx="19"/>
          </p:nvPr>
        </p:nvSpPr>
        <p:spPr>
          <a:xfrm>
            <a:off x="4540373" y="1330039"/>
            <a:ext cx="3898598" cy="2221717"/>
          </a:xfrm>
          <a:prstGeom prst="roundRect">
            <a:avLst>
              <a:gd name="adj" fmla="val 3456"/>
            </a:avLst>
          </a:prstGeom>
          <a:solidFill>
            <a:schemeClr val="tx1"/>
          </a:solidFill>
          <a:ln w="38100">
            <a:noFill/>
          </a:ln>
        </p:spPr>
        <p:txBody>
          <a:bodyPr/>
          <a:lstStyle/>
          <a:p>
            <a:endParaRPr lang="en-US"/>
          </a:p>
        </p:txBody>
      </p:sp>
      <p:sp>
        <p:nvSpPr>
          <p:cNvPr id="5" name="Picture Placeholder 5">
            <a:extLst>
              <a:ext uri="{FF2B5EF4-FFF2-40B4-BE49-F238E27FC236}">
                <a16:creationId xmlns:a16="http://schemas.microsoft.com/office/drawing/2014/main" id="{6F44FAD5-85C0-5126-BEBB-39AE90164067}"/>
              </a:ext>
            </a:extLst>
          </p:cNvPr>
          <p:cNvSpPr>
            <a:spLocks noGrp="1"/>
          </p:cNvSpPr>
          <p:nvPr>
            <p:ph type="pic" sz="quarter" idx="20"/>
          </p:nvPr>
        </p:nvSpPr>
        <p:spPr>
          <a:xfrm>
            <a:off x="336974" y="4295174"/>
            <a:ext cx="3898598" cy="2221717"/>
          </a:xfrm>
          <a:prstGeom prst="roundRect">
            <a:avLst>
              <a:gd name="adj" fmla="val 3456"/>
            </a:avLst>
          </a:prstGeom>
          <a:solidFill>
            <a:schemeClr val="tx1"/>
          </a:solidFill>
          <a:ln w="38100">
            <a:noFill/>
          </a:ln>
        </p:spPr>
        <p:txBody>
          <a:bodyPr/>
          <a:lstStyle/>
          <a:p>
            <a:endParaRPr lang="en-US"/>
          </a:p>
        </p:txBody>
      </p:sp>
      <p:sp>
        <p:nvSpPr>
          <p:cNvPr id="6" name="Picture Placeholder 5">
            <a:extLst>
              <a:ext uri="{FF2B5EF4-FFF2-40B4-BE49-F238E27FC236}">
                <a16:creationId xmlns:a16="http://schemas.microsoft.com/office/drawing/2014/main" id="{5E15C401-2708-BE2C-313C-6E972121150A}"/>
              </a:ext>
            </a:extLst>
          </p:cNvPr>
          <p:cNvSpPr>
            <a:spLocks noGrp="1"/>
          </p:cNvSpPr>
          <p:nvPr>
            <p:ph type="pic" sz="quarter" idx="21"/>
          </p:nvPr>
        </p:nvSpPr>
        <p:spPr>
          <a:xfrm>
            <a:off x="4540373" y="4295174"/>
            <a:ext cx="3898598" cy="2221717"/>
          </a:xfrm>
          <a:prstGeom prst="roundRect">
            <a:avLst>
              <a:gd name="adj" fmla="val 3456"/>
            </a:avLst>
          </a:prstGeom>
          <a:solidFill>
            <a:schemeClr val="tx1"/>
          </a:solidFill>
          <a:ln w="38100">
            <a:noFill/>
          </a:ln>
        </p:spPr>
        <p:txBody>
          <a:bodyPr/>
          <a:lstStyle/>
          <a:p>
            <a:endParaRPr lang="en-US"/>
          </a:p>
        </p:txBody>
      </p:sp>
    </p:spTree>
    <p:extLst>
      <p:ext uri="{BB962C8B-B14F-4D97-AF65-F5344CB8AC3E}">
        <p14:creationId xmlns:p14="http://schemas.microsoft.com/office/powerpoint/2010/main" val="1471266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reate-step">
    <p:spTree>
      <p:nvGrpSpPr>
        <p:cNvPr id="1" name=""/>
        <p:cNvGrpSpPr/>
        <p:nvPr/>
      </p:nvGrpSpPr>
      <p:grpSpPr>
        <a:xfrm>
          <a:off x="0" y="0"/>
          <a:ext cx="0" cy="0"/>
          <a:chOff x="0" y="0"/>
          <a:chExt cx="0" cy="0"/>
        </a:xfrm>
      </p:grpSpPr>
      <p:sp>
        <p:nvSpPr>
          <p:cNvPr id="6" name="background_cc">
            <a:extLst>
              <a:ext uri="{FF2B5EF4-FFF2-40B4-BE49-F238E27FC236}">
                <a16:creationId xmlns:a16="http://schemas.microsoft.com/office/drawing/2014/main" id="{A414259A-EE28-0473-21CE-0257CE7539E5}"/>
              </a:ext>
            </a:extLst>
          </p:cNvPr>
          <p:cNvSpPr/>
          <p:nvPr userDrawn="1"/>
        </p:nvSpPr>
        <p:spPr>
          <a:xfrm>
            <a:off x="-4762"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33375" y="427844"/>
            <a:ext cx="11515727" cy="498598"/>
          </a:xfrm>
        </p:spPr>
        <p:txBody>
          <a:bodyPr lIns="0" tIns="0" rIns="0" bIns="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33375" y="2114549"/>
            <a:ext cx="11515726" cy="4448176"/>
          </a:xfrm>
          <a:prstGeom prst="roundRect">
            <a:avLst>
              <a:gd name="adj" fmla="val 0"/>
            </a:avLst>
          </a:prstGeom>
          <a:noFill/>
        </p:spPr>
        <p:txBody>
          <a:bodyPr lIns="0" tIns="0" rIns="0" bIns="0" anchor="ctr" anchorCtr="0">
            <a:normAutofit/>
          </a:bodyPr>
          <a:lstStyle>
            <a:lvl1pPr marL="342900" indent="-342900">
              <a:buFont typeface="+mj-lt"/>
              <a:buAutoNum type="arabicPeriod"/>
              <a:defRPr sz="1800">
                <a:solidFill>
                  <a:schemeClr val="bg1"/>
                </a:solidFill>
              </a:defRPr>
            </a:lvl1pPr>
            <a:lvl2pPr marL="457200" indent="0">
              <a:buNone/>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p:txBody>
      </p:sp>
      <p:sp>
        <p:nvSpPr>
          <p:cNvPr id="4" name="Chart Placeholder 3">
            <a:extLst>
              <a:ext uri="{FF2B5EF4-FFF2-40B4-BE49-F238E27FC236}">
                <a16:creationId xmlns:a16="http://schemas.microsoft.com/office/drawing/2014/main" id="{D11CD461-B056-D4E2-C5FA-0426E6C2FFF6}"/>
              </a:ext>
            </a:extLst>
          </p:cNvPr>
          <p:cNvSpPr>
            <a:spLocks noGrp="1"/>
          </p:cNvSpPr>
          <p:nvPr>
            <p:ph type="chart" sz="quarter" idx="14" hasCustomPrompt="1"/>
          </p:nvPr>
        </p:nvSpPr>
        <p:spPr>
          <a:xfrm>
            <a:off x="333375" y="1318188"/>
            <a:ext cx="11515726" cy="387798"/>
          </a:xfrm>
        </p:spPr>
        <p:txBody>
          <a:bodyPr lIns="0" tIns="0" rIns="0" bIns="0">
            <a:spAutoFit/>
          </a:bodyPr>
          <a:lstStyle>
            <a:lvl1pPr marL="0" indent="0">
              <a:buNone/>
              <a:defRPr sz="2800" b="1">
                <a:solidFill>
                  <a:schemeClr val="bg1"/>
                </a:solidFill>
              </a:defRPr>
            </a:lvl1pPr>
          </a:lstStyle>
          <a:p>
            <a:r>
              <a:rPr lang="es-CL" dirty="0"/>
              <a:t>Place</a:t>
            </a:r>
            <a:endParaRPr lang="en-US" dirty="0"/>
          </a:p>
        </p:txBody>
      </p:sp>
    </p:spTree>
    <p:extLst>
      <p:ext uri="{BB962C8B-B14F-4D97-AF65-F5344CB8AC3E}">
        <p14:creationId xmlns:p14="http://schemas.microsoft.com/office/powerpoint/2010/main" val="708463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de-composition">
    <p:spTree>
      <p:nvGrpSpPr>
        <p:cNvPr id="1" name=""/>
        <p:cNvGrpSpPr/>
        <p:nvPr/>
      </p:nvGrpSpPr>
      <p:grpSpPr>
        <a:xfrm>
          <a:off x="0" y="0"/>
          <a:ext cx="0" cy="0"/>
          <a:chOff x="0" y="0"/>
          <a:chExt cx="0" cy="0"/>
        </a:xfrm>
      </p:grpSpPr>
      <p:sp>
        <p:nvSpPr>
          <p:cNvPr id="6" name="background_cc">
            <a:extLst>
              <a:ext uri="{FF2B5EF4-FFF2-40B4-BE49-F238E27FC236}">
                <a16:creationId xmlns:a16="http://schemas.microsoft.com/office/drawing/2014/main" id="{A414259A-EE28-0473-21CE-0257CE7539E5}"/>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0563" y="347332"/>
            <a:ext cx="11508537" cy="678672"/>
          </a:xfrm>
        </p:spPr>
        <p:txBody>
          <a:bodyPr lIns="0" tIns="0" rIns="0" bIns="0">
            <a:norm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40563" y="2447348"/>
            <a:ext cx="7571494" cy="4072184"/>
          </a:xfrm>
          <a:prstGeom prst="roundRect">
            <a:avLst>
              <a:gd name="adj" fmla="val 3456"/>
            </a:avLst>
          </a:prstGeom>
          <a:solidFill>
            <a:schemeClr val="tx1"/>
          </a:solidFill>
          <a:ln w="3810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40563" y="1403404"/>
            <a:ext cx="11508537" cy="699551"/>
          </a:xfrm>
          <a:prstGeom prst="roundRect">
            <a:avLst>
              <a:gd name="adj" fmla="val 5043"/>
            </a:avLst>
          </a:prstGeom>
          <a:noFill/>
        </p:spPr>
        <p:txBody>
          <a:bodyPr lIns="0" tIns="0" rIns="0" anchor="ctr" anchorCtr="0">
            <a:spAutoFit/>
          </a:bodyPr>
          <a:lstStyle>
            <a:lvl1pPr marL="0" indent="0">
              <a:buNone/>
              <a:defRPr sz="1800">
                <a:solidFill>
                  <a:schemeClr val="bg1"/>
                </a:solidFill>
              </a:defRPr>
            </a:lvl1pPr>
            <a:lvl2pPr marL="457200" indent="0">
              <a:buNone/>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a:t>
            </a:r>
          </a:p>
          <a:p>
            <a:pPr lvl="0"/>
            <a:r>
              <a:rPr lang="en-US" dirty="0"/>
              <a:t>Master text styles</a:t>
            </a:r>
          </a:p>
        </p:txBody>
      </p:sp>
      <p:sp>
        <p:nvSpPr>
          <p:cNvPr id="5" name="Callout: Down Arrow 4">
            <a:extLst>
              <a:ext uri="{FF2B5EF4-FFF2-40B4-BE49-F238E27FC236}">
                <a16:creationId xmlns:a16="http://schemas.microsoft.com/office/drawing/2014/main" id="{BAE4049F-C3AB-1C61-89BD-6C81A2CCB192}"/>
              </a:ext>
            </a:extLst>
          </p:cNvPr>
          <p:cNvSpPr/>
          <p:nvPr userDrawn="1"/>
        </p:nvSpPr>
        <p:spPr>
          <a:xfrm>
            <a:off x="9586829" y="2581720"/>
            <a:ext cx="966159" cy="957532"/>
          </a:xfrm>
          <a:prstGeom prst="downArrowCallout">
            <a:avLst>
              <a:gd name="adj1" fmla="val 25000"/>
              <a:gd name="adj2" fmla="val 25000"/>
              <a:gd name="adj3" fmla="val 22297"/>
              <a:gd name="adj4" fmla="val 64977"/>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solidFill>
                  <a:schemeClr val="tx1"/>
                </a:solidFill>
              </a:rPr>
              <a:t>Link</a:t>
            </a:r>
          </a:p>
          <a:p>
            <a:pPr algn="ctr"/>
            <a:r>
              <a:rPr lang="es-CL" dirty="0">
                <a:solidFill>
                  <a:schemeClr val="tx1"/>
                </a:solidFill>
              </a:rPr>
              <a:t>Online</a:t>
            </a:r>
            <a:endParaRPr lang="en-US" dirty="0">
              <a:solidFill>
                <a:schemeClr val="tx1"/>
              </a:solidFill>
            </a:endParaRPr>
          </a:p>
        </p:txBody>
      </p:sp>
      <p:sp>
        <p:nvSpPr>
          <p:cNvPr id="9" name="Chart Placeholder 8">
            <a:extLst>
              <a:ext uri="{FF2B5EF4-FFF2-40B4-BE49-F238E27FC236}">
                <a16:creationId xmlns:a16="http://schemas.microsoft.com/office/drawing/2014/main" id="{85FE893F-47A3-E5F7-1212-48465408B0C7}"/>
              </a:ext>
            </a:extLst>
          </p:cNvPr>
          <p:cNvSpPr>
            <a:spLocks noGrp="1"/>
          </p:cNvSpPr>
          <p:nvPr>
            <p:ph type="chart" sz="quarter" idx="14" hasCustomPrompt="1"/>
          </p:nvPr>
        </p:nvSpPr>
        <p:spPr>
          <a:xfrm>
            <a:off x="8290719" y="3797514"/>
            <a:ext cx="3558381" cy="2597150"/>
          </a:xfrm>
        </p:spPr>
        <p:txBody>
          <a:bodyPr/>
          <a:lstStyle>
            <a:lvl1pPr marL="0" indent="0">
              <a:buNone/>
              <a:defRPr>
                <a:solidFill>
                  <a:schemeClr val="bg1"/>
                </a:solidFill>
              </a:defRPr>
            </a:lvl1pPr>
          </a:lstStyle>
          <a:p>
            <a:r>
              <a:rPr lang="es-CL" dirty="0"/>
              <a:t>https://example.com/ </a:t>
            </a:r>
            <a:endParaRPr lang="en-US" dirty="0"/>
          </a:p>
        </p:txBody>
      </p:sp>
    </p:spTree>
    <p:extLst>
      <p:ext uri="{BB962C8B-B14F-4D97-AF65-F5344CB8AC3E}">
        <p14:creationId xmlns:p14="http://schemas.microsoft.com/office/powerpoint/2010/main" val="4274332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eflect-box">
    <p:spTree>
      <p:nvGrpSpPr>
        <p:cNvPr id="1" name=""/>
        <p:cNvGrpSpPr/>
        <p:nvPr/>
      </p:nvGrpSpPr>
      <p:grpSpPr>
        <a:xfrm>
          <a:off x="0" y="0"/>
          <a:ext cx="0" cy="0"/>
          <a:chOff x="0" y="0"/>
          <a:chExt cx="0" cy="0"/>
        </a:xfrm>
      </p:grpSpPr>
      <p:sp>
        <p:nvSpPr>
          <p:cNvPr id="6" name="background_cc">
            <a:extLst>
              <a:ext uri="{FF2B5EF4-FFF2-40B4-BE49-F238E27FC236}">
                <a16:creationId xmlns:a16="http://schemas.microsoft.com/office/drawing/2014/main" id="{A414259A-EE28-0473-21CE-0257CE7539E5}"/>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31039" y="328282"/>
            <a:ext cx="11518062" cy="665027"/>
          </a:xfrm>
        </p:spPr>
        <p:txBody>
          <a:bodyPr lIns="0" tIns="0" rIns="0" bIns="0">
            <a:norm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4" name="Chart Placeholder 3">
            <a:extLst>
              <a:ext uri="{FF2B5EF4-FFF2-40B4-BE49-F238E27FC236}">
                <a16:creationId xmlns:a16="http://schemas.microsoft.com/office/drawing/2014/main" id="{E9633AA3-1F01-FC54-9584-5A176A246101}"/>
              </a:ext>
            </a:extLst>
          </p:cNvPr>
          <p:cNvSpPr>
            <a:spLocks noGrp="1"/>
          </p:cNvSpPr>
          <p:nvPr>
            <p:ph type="chart" sz="quarter" idx="14"/>
          </p:nvPr>
        </p:nvSpPr>
        <p:spPr>
          <a:xfrm>
            <a:off x="7893693" y="1371600"/>
            <a:ext cx="3955408" cy="5158118"/>
          </a:xfrm>
          <a:prstGeom prst="roundRect">
            <a:avLst>
              <a:gd name="adj" fmla="val 4940"/>
            </a:avLst>
          </a:prstGeom>
          <a:solidFill>
            <a:schemeClr val="bg1"/>
          </a:solidFill>
        </p:spPr>
        <p:txBody>
          <a:bodyPr lIns="365760" tIns="365760" rIns="365760" bIns="365760" anchor="ctr" anchorCtr="0"/>
          <a:lstStyle>
            <a:lvl1pPr marL="0" indent="0">
              <a:buNone/>
              <a:defRPr>
                <a:solidFill>
                  <a:schemeClr val="tx1"/>
                </a:solidFill>
              </a:defRPr>
            </a:lvl1pPr>
          </a:lstStyle>
          <a:p>
            <a:endParaRPr lang="en-US"/>
          </a:p>
        </p:txBody>
      </p:sp>
      <p:sp>
        <p:nvSpPr>
          <p:cNvPr id="9" name="Text Placeholder 2">
            <a:extLst>
              <a:ext uri="{FF2B5EF4-FFF2-40B4-BE49-F238E27FC236}">
                <a16:creationId xmlns:a16="http://schemas.microsoft.com/office/drawing/2014/main" id="{8205E5FA-6881-9803-B9CE-B9F6C0D4259D}"/>
              </a:ext>
            </a:extLst>
          </p:cNvPr>
          <p:cNvSpPr>
            <a:spLocks noGrp="1"/>
          </p:cNvSpPr>
          <p:nvPr>
            <p:ph idx="1"/>
          </p:nvPr>
        </p:nvSpPr>
        <p:spPr>
          <a:xfrm>
            <a:off x="331037" y="1371600"/>
            <a:ext cx="7231619" cy="5181600"/>
          </a:xfrm>
          <a:prstGeom prst="rect">
            <a:avLst/>
          </a:prstGeom>
        </p:spPr>
        <p:txBody>
          <a:bodyPr vert="horz" lIns="0" tIns="0" rIns="0" bIns="0" rtlCol="0">
            <a:normAutofit/>
          </a:bodyPr>
          <a:lstStyle>
            <a:lvl1pPr marL="0" indent="0">
              <a:buNone/>
              <a:defRPr>
                <a:solidFill>
                  <a:schemeClr val="bg1"/>
                </a:solidFill>
              </a:defRPr>
            </a:lvl1pPr>
            <a:lvl2pPr marL="45720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620418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843740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E91179-C1CD-A08D-D9B7-A92C32FCB4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A82CB0B4-6181-CC09-113A-CBA6A84A24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61577070"/>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6" r:id="rId3"/>
    <p:sldLayoutId id="2147483657" r:id="rId4"/>
    <p:sldLayoutId id="2147483658" r:id="rId5"/>
    <p:sldLayoutId id="2147483659" r:id="rId6"/>
    <p:sldLayoutId id="2147483662" r:id="rId7"/>
    <p:sldLayoutId id="2147483661" r:id="rId8"/>
    <p:sldLayoutId id="2147483663" r:id="rId9"/>
    <p:sldLayoutId id="2147483655" r:id="rId10"/>
  </p:sldLayoutIdLst>
  <p:txStyles>
    <p:titleStyle>
      <a:lvl1pPr algn="l" defTabSz="914400" rtl="0" eaLnBrk="1" latinLnBrk="0" hangingPunct="1">
        <a:lnSpc>
          <a:spcPct val="90000"/>
        </a:lnSpc>
        <a:spcBef>
          <a:spcPct val="0"/>
        </a:spcBef>
        <a:buNone/>
        <a:defRPr sz="4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Segoe UI" panose="020B0502040204020203" pitchFamily="34" charset="0"/>
          <a:ea typeface="Verdana" panose="020B0604030504040204" pitchFamily="34" charset="0"/>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Segoe UI" panose="020B0502040204020203" pitchFamily="34" charset="0"/>
          <a:ea typeface="Verdana" panose="020B0604030504040204" pitchFamily="34" charset="0"/>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5.png"/><Relationship Id="rId3" Type="http://schemas.openxmlformats.org/officeDocument/2006/relationships/image" Target="../media/image6.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12.png"/><Relationship Id="rId4" Type="http://schemas.openxmlformats.org/officeDocument/2006/relationships/hyperlink" Target="https://app.protobject.com/generate?equivalent-nivel-con-ruido&amp;es&amp;dynamic&amp;-1"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974216A-BFA6-9732-A49C-32CF61E454ED}"/>
              </a:ext>
            </a:extLst>
          </p:cNvPr>
          <p:cNvSpPr txBox="1"/>
          <p:nvPr/>
        </p:nvSpPr>
        <p:spPr>
          <a:xfrm>
            <a:off x="765048" y="2340864"/>
            <a:ext cx="10661904" cy="3847207"/>
          </a:xfrm>
          <a:prstGeom prst="rect">
            <a:avLst/>
          </a:prstGeom>
          <a:noFill/>
        </p:spPr>
        <p:txBody>
          <a:bodyPr wrap="square" rtlCol="0">
            <a:spAutoFit/>
          </a:bodyPr>
          <a:lstStyle/>
          <a:p>
            <a:r>
              <a:rPr lang="en-US" sz="2000" dirty="0">
                <a:latin typeface="Segoe UI" panose="020B0502040204020203" pitchFamily="34" charset="0"/>
                <a:cs typeface="Segoe UI" panose="020B0502040204020203" pitchFamily="34" charset="0"/>
              </a:rPr>
              <a:t>Esta </a:t>
            </a:r>
            <a:r>
              <a:rPr lang="en-US" sz="2000" dirty="0" err="1">
                <a:latin typeface="Segoe UI" panose="020B0502040204020203" pitchFamily="34" charset="0"/>
                <a:cs typeface="Segoe UI" panose="020B0502040204020203" pitchFamily="34" charset="0"/>
              </a:rPr>
              <a:t>presentación</a:t>
            </a:r>
            <a:r>
              <a:rPr lang="en-US" sz="2000" dirty="0">
                <a:latin typeface="Segoe UI" panose="020B0502040204020203" pitchFamily="34" charset="0"/>
                <a:cs typeface="Segoe UI" panose="020B0502040204020203" pitchFamily="34" charset="0"/>
              </a:rPr>
              <a:t> se genera </a:t>
            </a:r>
            <a:r>
              <a:rPr lang="en-US" sz="2000" dirty="0" err="1">
                <a:latin typeface="Segoe UI" panose="020B0502040204020203" pitchFamily="34" charset="0"/>
                <a:cs typeface="Segoe UI" panose="020B0502040204020203" pitchFamily="34" charset="0"/>
              </a:rPr>
              <a:t>automáticamente</a:t>
            </a:r>
            <a:r>
              <a:rPr lang="en-US" sz="2000" dirty="0">
                <a:latin typeface="Segoe UI" panose="020B0502040204020203" pitchFamily="34" charset="0"/>
                <a:cs typeface="Segoe UI" panose="020B0502040204020203" pitchFamily="34" charset="0"/>
              </a:rPr>
              <a:t>. </a:t>
            </a:r>
          </a:p>
          <a:p>
            <a:r>
              <a:rPr lang="en-US" sz="2000" b="1" dirty="0" err="1">
                <a:latin typeface="Segoe UI" panose="020B0502040204020203" pitchFamily="34" charset="0"/>
                <a:cs typeface="Segoe UI" panose="020B0502040204020203" pitchFamily="34" charset="0"/>
              </a:rPr>
              <a:t>Puedes</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modificarla</a:t>
            </a:r>
            <a:r>
              <a:rPr lang="en-US" sz="2000" b="1" dirty="0">
                <a:latin typeface="Segoe UI" panose="020B0502040204020203" pitchFamily="34" charset="0"/>
                <a:cs typeface="Segoe UI" panose="020B0502040204020203" pitchFamily="34" charset="0"/>
              </a:rPr>
              <a:t> a </a:t>
            </a:r>
            <a:r>
              <a:rPr lang="en-US" sz="2000" b="1" dirty="0" err="1">
                <a:latin typeface="Segoe UI" panose="020B0502040204020203" pitchFamily="34" charset="0"/>
                <a:cs typeface="Segoe UI" panose="020B0502040204020203" pitchFamily="34" charset="0"/>
              </a:rPr>
              <a:t>tu</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criterio</a:t>
            </a:r>
            <a:r>
              <a:rPr lang="en-US" sz="2000" b="1" dirty="0">
                <a:latin typeface="Segoe UI" panose="020B0502040204020203" pitchFamily="34" charset="0"/>
                <a:cs typeface="Segoe UI" panose="020B0502040204020203" pitchFamily="34" charset="0"/>
              </a:rPr>
              <a:t> y </a:t>
            </a:r>
            <a:r>
              <a:rPr lang="en-US" sz="2000" b="1" dirty="0" err="1">
                <a:latin typeface="Segoe UI" panose="020B0502040204020203" pitchFamily="34" charset="0"/>
                <a:cs typeface="Segoe UI" panose="020B0502040204020203" pitchFamily="34" charset="0"/>
              </a:rPr>
              <a:t>añadir</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cualquier</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contenido</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adicional</a:t>
            </a:r>
            <a:r>
              <a:rPr lang="en-US" sz="2000" b="1" dirty="0">
                <a:latin typeface="Segoe UI" panose="020B0502040204020203" pitchFamily="34" charset="0"/>
                <a:cs typeface="Segoe UI" panose="020B0502040204020203" pitchFamily="34" charset="0"/>
              </a:rPr>
              <a:t> que </a:t>
            </a:r>
            <a:r>
              <a:rPr lang="en-US" sz="2000" b="1" dirty="0" err="1">
                <a:latin typeface="Segoe UI" panose="020B0502040204020203" pitchFamily="34" charset="0"/>
                <a:cs typeface="Segoe UI" panose="020B0502040204020203" pitchFamily="34" charset="0"/>
              </a:rPr>
              <a:t>desees</a:t>
            </a:r>
            <a:r>
              <a:rPr lang="en-US" sz="2000" b="1" dirty="0">
                <a:latin typeface="Segoe UI" panose="020B0502040204020203" pitchFamily="34" charset="0"/>
                <a:cs typeface="Segoe UI" panose="020B0502040204020203" pitchFamily="34" charset="0"/>
              </a:rPr>
              <a:t>.</a:t>
            </a:r>
          </a:p>
        </p:txBody>
      </p:sp>
      <p:pic>
        <p:nvPicPr>
          <p:cNvPr id="6" name="Graphic 5">
            <a:extLst>
              <a:ext uri="{FF2B5EF4-FFF2-40B4-BE49-F238E27FC236}">
                <a16:creationId xmlns:a16="http://schemas.microsoft.com/office/drawing/2014/main" id="{ADDBF746-CBFF-7D5E-0904-0C23A0CCAAA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5048" y="735575"/>
            <a:ext cx="1640124" cy="369739"/>
          </a:xfrm>
          <a:prstGeom prst="rect">
            <a:avLst/>
          </a:prstGeom>
        </p:spPr>
      </p:pic>
    </p:spTree>
    <p:extLst>
      <p:ext uri="{BB962C8B-B14F-4D97-AF65-F5344CB8AC3E}">
        <p14:creationId xmlns:p14="http://schemas.microsoft.com/office/powerpoint/2010/main" val="1091577834"/>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¡No Derrames el Líquido! - El Juego de Pulso</a:t>
            </a:r>
          </a:p>
        </p:txBody>
      </p:sp>
      <p:sp>
        <p:nvSpPr>
          <p:cNvPr id="3" name="Subtitle 2"/>
          <p:cNvSpPr>
            <a:spLocks noGrp="1"/>
          </p:cNvSpPr>
          <p:nvPr>
            <p:ph type="subTitle" idx="1"/>
          </p:nvPr>
        </p:nvSpPr>
        <p:spPr/>
        <p:txBody>
          <a:bodyPr/>
          <a:lstStyle/>
          <a:p>
            <a:r>
              <a:t>Pon a prueba tu pulso y aprende sobre lógica compuesta. Usa el operador 'Y' (AND) para programar un juego de equilibrio que requiere que dos condiciones se cumplan a la vez.</a:t>
            </a:r>
          </a:p>
        </p:txBody>
      </p:sp>
      <p:pic>
        <p:nvPicPr>
          <p:cNvPr id="4" name="Picture Placeholder 3" descr="src_16.7-dont-spill-liquid-game_16.7-no-derrames-el-liquido.png"/>
          <p:cNvPicPr>
            <a:picLocks noGrp="1" noChangeAspect="1"/>
          </p:cNvPicPr>
          <p:nvPr>
            <p:ph type="pic" idx="11" sz="quarter"/>
          </p:nvPr>
        </p:nvPicPr>
        <p:blipFill>
          <a:blip r:embed="rId3"/>
          <a:srcRect/>
          <a:stretch>
            <a:fillRect/>
          </a:stretch>
        </p:blipFill>
        <p:spPr>
          <a:xfrm>
            <a:off x="3684945" y="1797930"/>
            <a:ext cx="7745054" cy="4356592"/>
          </a:xfr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¿Qué haremos?</a:t>
            </a:r>
          </a:p>
        </p:txBody>
      </p:sp>
      <p:pic>
        <p:nvPicPr>
          <p:cNvPr id="3" name="16.7_dont_spill_liquid_game.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441138" y="1232015"/>
            <a:ext cx="9331959" cy="5249226"/>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Decisiones con Múltiples Requisitos</a:t>
            </a:r>
          </a:p>
        </p:txBody>
      </p:sp>
      <p:pic>
        <p:nvPicPr>
          <p:cNvPr id="3" name="Picture Placeholder 2" descr="src_16.7-dont-spill-liquid-game_a-multiple-requirements.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1700"/>
              <a:t>En la vida real, una sola pregunta a menudo no es suficiente. Para que un auto con conducción automática avance en un cruce, la luz debe estar en verde </a:t>
            </a:r>
            <a:r>
              <a:rPr sz="1700" b="1"/>
              <a:t>Y</a:t>
            </a:r>
            <a:r>
              <a:rPr sz="1700"/>
              <a:t> no debe haber peatones cruzando. Para comprar un objeto en un juego, necesitas tener suficiente oro </a:t>
            </a:r>
            <a:r>
              <a:rPr sz="1700" b="1"/>
              <a:t>Y</a:t>
            </a:r>
            <a:r>
              <a:rPr sz="1700"/>
              <a:t> tener espacio en tu inventario. La vida está llena de decisiones que dependen de múltiples factores que deben ser ciertos al mismo tiempo.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El Operador Lógico 'Y' (AND)</a:t>
            </a:r>
          </a:p>
        </p:txBody>
      </p:sp>
      <p:pic>
        <p:nvPicPr>
          <p:cNvPr id="3" name="Picture Placeholder 2" descr="src_16.7-dont-spill-liquid-game_b-and-logic-operator.es.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1400"/>
              <a:t>El operador </a:t>
            </a:r>
            <a:r>
              <a:rPr sz="1400" b="1"/>
              <a:t>"Y" (AND)</a:t>
            </a:r>
            <a:r>
              <a:rPr sz="1400"/>
              <a:t> es la herramienta que usamos para combinar múltiples preguntas. Es como un guardia de seguridad muy estricto que pide dos formas de identificación. Solo te dejará pasar si la primera es válida </a:t>
            </a:r>
            <a:r>
              <a:rPr sz="1400" b="1"/>
              <a:t>Y</a:t>
            </a:r>
            <a:r>
              <a:rPr sz="1400"/>
              <a:t> la segunda también es válida. Si alguna de las dos falla, la condición completa se considera falsa.</a:t>
            </a:r>
          </a:p>
          <a:p>
            <a:r>
              <a:rPr sz="1400"/>
              <a:t>En lógica booleana:</a:t>
            </a:r>
          </a:p>
          <a:p>
            <a:r>
              <a:rPr sz="1400"/>
              <a:t>- `VERDADERO` Y `VERDADERO` = </a:t>
            </a:r>
            <a:r>
              <a:rPr sz="1400" b="1"/>
              <a:t>VERDADERO</a:t>
            </a:r>
            <a:r>
              <a:rPr sz="1400"/>
              <a:t/>
            </a:r>
          </a:p>
          <a:p>
            <a:r>
              <a:rPr sz="1400"/>
              <a:t>- `VERDADERO` Y `FALSO` = </a:t>
            </a:r>
            <a:r>
              <a:rPr sz="1400" b="1"/>
              <a:t>FALSO</a:t>
            </a:r>
            <a:r>
              <a:rPr sz="1400"/>
              <a:t/>
            </a:r>
          </a:p>
          <a:p>
            <a:r>
              <a:rPr sz="1400"/>
              <a:t>- `FALSO` Y `VERDADERO` = </a:t>
            </a:r>
            <a:r>
              <a:rPr sz="1400" b="1"/>
              <a:t>FALSO</a:t>
            </a:r>
            <a:r>
              <a:rPr sz="1400"/>
              <a:t/>
            </a:r>
          </a:p>
          <a:p>
            <a:r>
              <a:rPr sz="1400"/>
              <a:t>- `FALSO` Y `FALSO` = </a:t>
            </a:r>
            <a:r>
              <a:rPr sz="1400" b="1"/>
              <a:t>FALSO</a:t>
            </a:r>
            <a:r>
              <a:rPr sz="1400"/>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 Lógica del Equilibrio</a:t>
            </a:r>
          </a:p>
        </p:txBody>
      </p:sp>
      <p:pic>
        <p:nvPicPr>
          <p:cNvPr id="3" name="Picture Placeholder 2" descr="src_16.7-dont-spill-liquid-game_c-balance-logic.es.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1400"/>
              <a:t>Para nuestro juego, la lógica para estar en la zona "segura" es una condición compuesta:</a:t>
            </a:r>
          </a:p>
          <a:p>
            <a:r>
              <a:rPr sz="1400"/>
              <a:t/>
            </a:r>
            <a:r>
              <a:rPr sz="1400" b="1"/>
              <a:t>SI</a:t>
            </a:r>
            <a:r>
              <a:rPr sz="1400"/>
              <a:t> (`la inclinación en X transformada en posiciones LED está entre los LEDS 3 y 5`) </a:t>
            </a:r>
            <a:r>
              <a:rPr sz="1400" b="1"/>
              <a:t>Y</a:t>
            </a:r>
            <a:r>
              <a:rPr sz="1400"/>
              <a:t> (`la inclinación en Y transformada en posiciones LED está entre los LEDS 3 y 5`)</a:t>
            </a:r>
          </a:p>
          <a:p>
            <a:r>
              <a:rPr sz="1400"/>
              <a:t/>
            </a:r>
            <a:r>
              <a:rPr sz="1400" b="1"/>
              <a:t>ENTONCES</a:t>
            </a:r>
            <a:r>
              <a:rPr sz="1400"/>
              <a:t>... estás a salvo.</a:t>
            </a:r>
          </a:p>
          <a:p>
            <a:r>
              <a:rPr sz="1400"/>
              <a:t/>
            </a:r>
            <a:r>
              <a:rPr sz="1400" b="1"/>
              <a:t>SINO</a:t>
            </a:r>
            <a:r>
              <a:rPr sz="1400"/>
              <a:t>... ¡alarma!</a:t>
            </a:r>
          </a:p>
          <a:p>
            <a:r>
              <a:rPr sz="1400"/>
              <a:t>Si te inclinas demasiado hacia adelante (falla la condición Y) o demasiado hacia la izquierda (falla la condición X), el resultado total del "Y" será FALSO y perderás el equilibrio.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Crear</a:t>
            </a:r>
          </a:p>
        </p:txBody>
      </p:sp>
      <p:sp>
        <p:nvSpPr>
          <p:cNvPr id="3" name="Text Placeholder 2"/>
          <p:cNvSpPr>
            <a:spLocks noGrp="1"/>
          </p:cNvSpPr>
          <p:nvPr>
            <p:ph type="body" idx="12" sz="quarter"/>
          </p:nvPr>
        </p:nvSpPr>
        <p:spPr/>
        <p:txBody>
          <a:bodyPr wrap="square">
            <a:normAutofit/>
          </a:bodyPr>
          <a:lstStyle/>
          <a:p>
            <a:r>
              <a:rPr sz="3000"/>
              <a:t>Necesitaremos 3 componentes en nuestro celular: </a:t>
            </a:r>
            <a:r>
              <a:rPr sz="3000" b="1"/>
              <a:t>Inclinación</a:t>
            </a:r>
            <a:r>
              <a:rPr sz="3000"/>
              <a:t> para medir el equilibrio en ambos ejes, </a:t>
            </a:r>
            <a:r>
              <a:rPr sz="3000" b="1"/>
              <a:t>DibujoLED</a:t>
            </a:r>
            <a:r>
              <a:rPr sz="3000"/>
              <a:t> para el indicador visual (la 'burbuja' de nivel), y </a:t>
            </a:r>
            <a:r>
              <a:rPr sz="3000" b="1"/>
              <a:t>TecladoMusical</a:t>
            </a:r>
            <a:r>
              <a:rPr sz="3000"/>
              <a:t> para los sonidos de éxito y alerta.</a:t>
            </a:r>
          </a:p>
          <a:p>
            <a:r>
              <a:rPr sz="3000"/>
              <a:t>Recuerda escanear todos los códigos QR en el mismo dispositivo.</a:t>
            </a:r>
          </a:p>
        </p:txBody>
      </p:sp>
      <p:sp>
        <p:nvSpPr>
          <p:cNvPr id="4" name="Chart Placeholder 3"/>
          <p:cNvSpPr>
            <a:spLocks noGrp="1"/>
          </p:cNvSpPr>
          <p:nvPr>
            <p:ph type="chart" idx="14" sz="quarter"/>
          </p:nvPr>
        </p:nvSpPr>
        <p:spPr/>
        <p:txBody>
          <a:bodyPr/>
          <a:p>
            <a:r>
              <a:rPr sz="1400"/>
              <a:t>¡Pon a prueba tu pulso!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Composición del Código</a:t>
            </a:r>
          </a:p>
        </p:txBody>
      </p:sp>
      <p:pic>
        <p:nvPicPr>
          <p:cNvPr id="3" name="Picture Placeholder 2" descr="screenshot_6b5f2ce387498997f3df5af5c140454e.png"/>
          <p:cNvPicPr>
            <a:picLocks noGrp="1" noChangeAspect="1"/>
          </p:cNvPicPr>
          <p:nvPr>
            <p:ph type="pic" idx="11" sz="quarter"/>
          </p:nvPr>
        </p:nvPicPr>
        <p:blipFill>
          <a:blip r:embed="rId3"/>
          <a:srcRect/>
          <a:stretch>
            <a:fillRect/>
          </a:stretch>
        </p:blipFill>
        <p:spPr>
          <a:xfrm>
            <a:off x="2450606" y="2447348"/>
            <a:ext cx="3351407" cy="4072184"/>
          </a:xfrm>
        </p:spPr>
      </p:pic>
      <p:sp>
        <p:nvSpPr>
          <p:cNvPr id="4" name="Text Placeholder 3"/>
          <p:cNvSpPr>
            <a:spLocks noGrp="1"/>
          </p:cNvSpPr>
          <p:nvPr>
            <p:ph type="body" idx="12" sz="quarter"/>
          </p:nvPr>
        </p:nvSpPr>
        <p:spPr/>
        <p:txBody>
          <a:bodyPr wrap="square">
            <a:normAutofit/>
          </a:bodyPr>
          <a:lstStyle/>
          <a:p>
            <a:r>
              <a:rPr sz="1100"/>
              <a:t>Al iniciar el programa, estableceremos la variable `debeSonarAlarma` a verdadero, luego, en el bloque `repetir para siempre` estableceremos las variables `xDesplazado` y `yDesplazado`, las cuales almacenarán los valores de la inclinación en el eje X e Y, respectivamente, esto sumado a 140 para desplazarlas a un rango positivo.</a:t>
            </a:r>
          </a:p>
        </p:txBody>
      </p:sp>
      <p:sp>
        <p:nvSpPr>
          <p:cNvPr id="5" name="Chart Placeholder 4"/>
          <p:cNvSpPr>
            <a:spLocks noGrp="1"/>
          </p:cNvSpPr>
          <p:nvPr>
            <p:ph type="chart" idx="14" sz="quarter"/>
          </p:nvPr>
        </p:nvSpPr>
        <p:spPr/>
        <p:txBody>
          <a:bodyPr/>
          <a:p>
            <a:r>
              <a:rPr u="sng">
                <a:solidFill>
                  <a:srgbClr val="0000FF"/>
                </a:solidFill>
                <a:hlinkClick r:id="rId4"/>
              </a:rPr>
              <a:t>Ver el programa completo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Reflexiona</a:t>
            </a:r>
          </a:p>
        </p:txBody>
      </p:sp>
      <p:sp>
        <p:nvSpPr>
          <p:cNvPr id="4" name="Content Placeholder 3"/>
          <p:cNvSpPr>
            <a:spLocks noGrp="1"/>
          </p:cNvSpPr>
          <p:nvPr>
            <p:ph idx="1"/>
          </p:nvPr>
        </p:nvSpPr>
        <p:spPr/>
        <p:txBody>
          <a:bodyPr wrap="square">
            <a:normAutofit/>
          </a:bodyPr>
          <a:lstStyle/>
          <a:p>
            <a:r>
              <a:rPr sz="2400"/>
              <a:t>¿Qué hace el operador "Y" (AND)? ¿Por qué fue necesario para este juego en lugar de un "Si" simple?</a:t>
            </a:r>
          </a:p>
          <a:p>
            <a:r>
              <a:rPr sz="2400"/>
              <a:t>Describe una situación en la que la alarma sonaría. ¿Qué valores tendrían que tener `ledX` y `ledY` para que eso suceda — y hacia dónde tendrías que inclinar el celular para conseguirlo?</a:t>
            </a:r>
          </a:p>
          <a:p>
            <a:r>
              <a:rPr sz="2400"/>
              <a:t>Si quisieras hacer el juego más fácil, ¿aumentarías o disminuirías el rango de números seguros (que actualmente está entre 3 y 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Desafío</a:t>
            </a:r>
          </a:p>
        </p:txBody>
      </p:sp>
      <p:pic>
        <p:nvPicPr>
          <p:cNvPr id="3" name="Picture Placeholder 2" descr="src_16.7-dont-spill-liquid-game_d-or-logic-operator.es.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1800"/>
              <a:t>Además del operador "Y", existe el operador </a:t>
            </a:r>
            <a:r>
              <a:rPr sz="1800" b="1"/>
              <a:t>"O" (OR)</a:t>
            </a:r>
            <a:r>
              <a:rPr sz="1800"/>
              <a:t>. Este es menos estricto: la condición es verdadera si *al menos una* de las preguntas es verdadera. ¿Qué tipo de prototipo podrías construir usando un operador "O"? </a:t>
            </a:r>
            <a:r>
              <a:rPr sz="1800" b="1"/>
              <a:t>Pista</a:t>
            </a:r>
            <a:r>
              <a:rPr sz="1800"/>
              <a:t>: Piensa en una alarma de seguridad que suene si se abre la puerta O se rompe una ventana.</a:t>
            </a:r>
          </a:p>
        </p:txBody>
      </p:sp>
    </p:spTree>
  </p:cSld>
  <p:clrMapOvr>
    <a:masterClrMapping/>
  </p:clrMapOvr>
</p:sld>
</file>

<file path=ppt/theme/theme1.xml><?xml version="1.0" encoding="utf-8"?>
<a:theme xmlns:a="http://schemas.openxmlformats.org/drawingml/2006/main" name="Office Theme">
  <a:themeElements>
    <a:clrScheme name="Custom 2">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FFFFF"/>
      </a:hlink>
      <a:folHlink>
        <a:srgbClr val="FFFF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229</TotalTime>
  <Words>58</Words>
  <Application>Microsoft Office PowerPoint</Application>
  <PresentationFormat>Widescreen</PresentationFormat>
  <Paragraphs>11</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Segoe UI</vt:lpstr>
      <vt:lpstr>Segoe UI Black</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Alessio Bellino</dc:creator>
  <cp:lastModifiedBy>Alessio Bellino</cp:lastModifiedBy>
  <cp:revision>41</cp:revision>
  <dcterms:created xsi:type="dcterms:W3CDTF">2025-08-23T17:03:52Z</dcterms:created>
  <dcterms:modified xsi:type="dcterms:W3CDTF">2025-09-03T15:49:53Z</dcterms:modified>
</cp:coreProperties>
</file>