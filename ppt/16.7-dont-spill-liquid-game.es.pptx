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aprendido a tomar decisiones basadas en una sola pregunta. Pero, ¿qué pasa cuando una decisión depende de *varias cosas a la vez*? Para iniciar sesión en una cuenta, necesitas el usuario correcto Y la contraseña correcta. En esta misión, pondrás a prueba tu pulso con un juego de equilibrio y aprenderás a usar el poderoso operador lógico "Y" (AND) para crear condiciones complejas. ¡Prepárate para programar una decisión que requiere el doble de precisión!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iniciar el programa, estableceremos la variable `debeSonarAlarma` a verdadero, luego, en el bloque `repetir para siempre` estableceremos las variables `xDesplazado` y `yDesplazado`, las cuales almacenarán los valores de la inclinación en el eje X e Y, respectivamente, esto sumado a 140 para desplazarlas a un rango positivo. También estableceremos las variables `ledX` y `ledY`, que indicarán en qué posición de la pantalla deberá mostrarse el LED según la inclinación del dispositivo: en ellas almacenaremos la inclinación desplazada correspondiente multiplicada por 4 y dividida por 160, todo esto aplicado al bloque `redondear al alza`. El resultado va del 2 al 6: con el celular horizontal el punto queda en el LED 4, el del centro, y al inclinarlo se mueve por los 5 LEDs centrales de la pantalla, sin llegar nunca al borde. Con esto nos aseguramos de que la inclinación de nuestro celular siempre se acomode a la pantalla.</a:t>
            </a:r>
          </a:p>
          <a:p/>
          <a:p>
            <a:r>
              <a:t>La clave de este código viene ahora: Estableceremos las variables `centradoX` y `centradoY`, las cuales comprobarán dos condiciones separadas cada una, por ejemplo, `centradoX` comprobará si `ledX` está en el tercer led de la pantalla o más adelante, y que a su vez, gracias al bloque `y`, evaluará si `ledX` está en el quinto led de la pantalla o alguno anterior, esto resulta en que la variable `centradoX` solo será verdadera si `ledX` está entre los leds 3 y 5. Esto ocurre de manera similar con la variable `centradoY`, solo que con `ledY`.</a:t>
            </a:r>
          </a:p>
          <a:p/>
          <a:p>
            <a:r>
              <a:t>Luego, dentro del bloque `si`, verás un bloque `y` que contiene dos condiciones separadas, una para el eje X y otra para el eje Y. El programa evalúa ambas en cada ciclo. Solo si las dos son verdaderas al mismo tiempo, se ejecutará el código del camino «nivelado». Dentro de ese camino hay además un `si debeSonarAlarma`: hace que la nota de acierto suene una sola vez al entrar a la zona (la bandera pasa a falso), y la rama de alarma la vuelve a poner en verdadero, dejándola lista para la próxima vez que recuperes el equilibrio. En el momento en que una de ellas falle, toda la condición `y` se vuelve falsa, y el programa salta inmediatamente al bloque `sino` para activar la alarma, con efectos de sonido que indican que el celular está desnivelado.</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nivel-con-ruido&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 Derrames el Líquido! - El Juego de Pulso</a:t>
            </a:r>
          </a:p>
        </p:txBody>
      </p:sp>
      <p:sp>
        <p:nvSpPr>
          <p:cNvPr id="3" name="Subtitle 2"/>
          <p:cNvSpPr>
            <a:spLocks noGrp="1"/>
          </p:cNvSpPr>
          <p:nvPr>
            <p:ph type="subTitle" idx="1"/>
          </p:nvPr>
        </p:nvSpPr>
        <p:spPr/>
        <p:txBody>
          <a:bodyPr/>
          <a:lstStyle/>
          <a:p>
            <a:r>
              <a:t>Pon a prueba tu pulso y aprende sobre lógica compuesta. Usa el operador 'Y' (AND) para programar un juego de equilibrio que requiere que dos condiciones se cumplan a la vez.</a:t>
            </a:r>
          </a:p>
        </p:txBody>
      </p:sp>
      <p:pic>
        <p:nvPicPr>
          <p:cNvPr id="4" name="Picture Placeholder 3" descr="src_16.7-dont-spill-liquid-game_16.7-no-derrames-el-liquido.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6.7_dont_spill_liquid_gam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441138" y="1232015"/>
            <a:ext cx="9331959" cy="5249226"/>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Decisiones con Múltiples Requisitos</a:t>
            </a:r>
          </a:p>
        </p:txBody>
      </p:sp>
      <p:pic>
        <p:nvPicPr>
          <p:cNvPr id="3" name="Picture Placeholder 2" descr="src_16.7-dont-spill-liquid-game_a-multiple-requirement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700"/>
              <a:t>En la vida real, una sola pregunta a menudo no es suficiente. Para que un auto con conducción automática avance en un cruce, la luz debe estar en verde </a:t>
            </a:r>
            <a:r>
              <a:rPr sz="1700" b="1"/>
              <a:t>Y</a:t>
            </a:r>
            <a:r>
              <a:rPr sz="1700"/>
              <a:t> no debe haber peatones cruzando. Para comprar un objeto en un juego, necesitas tener suficiente oro </a:t>
            </a:r>
            <a:r>
              <a:rPr sz="1700" b="1"/>
              <a:t>Y</a:t>
            </a:r>
            <a:r>
              <a:rPr sz="1700"/>
              <a:t> tener espacio en tu inventario. La vida está llena de decisiones que dependen de múltiples factores que deben ser ciertos al mismo tiempo.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Operador Lógico 'Y' (AND)</a:t>
            </a:r>
          </a:p>
        </p:txBody>
      </p:sp>
      <p:pic>
        <p:nvPicPr>
          <p:cNvPr id="3" name="Picture Placeholder 2" descr="src_16.7-dont-spill-liquid-game_b-and-logic-operator.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400"/>
              <a:t>El operador </a:t>
            </a:r>
            <a:r>
              <a:rPr sz="1400" b="1"/>
              <a:t>"Y" (AND)</a:t>
            </a:r>
            <a:r>
              <a:rPr sz="1400"/>
              <a:t> es la herramienta que usamos para combinar múltiples preguntas. Es como un guardia de seguridad muy estricto que pide dos formas de identificación. Solo te dejará pasar si la primera es válida </a:t>
            </a:r>
            <a:r>
              <a:rPr sz="1400" b="1"/>
              <a:t>Y</a:t>
            </a:r>
            <a:r>
              <a:rPr sz="1400"/>
              <a:t> la segunda también es válida. Si alguna de las dos falla, la condición completa se considera falsa.</a:t>
            </a:r>
          </a:p>
          <a:p>
            <a:r>
              <a:rPr sz="1400"/>
              <a:t>En lógica booleana:</a:t>
            </a:r>
          </a:p>
          <a:p>
            <a:r>
              <a:rPr sz="1400"/>
              <a:t>- `VERDADERO` Y `VERDADERO` = </a:t>
            </a:r>
            <a:r>
              <a:rPr sz="1400" b="1"/>
              <a:t>VERDADERO</a:t>
            </a:r>
            <a:r>
              <a:rPr sz="1400"/>
              <a:t/>
            </a:r>
          </a:p>
          <a:p>
            <a:r>
              <a:rPr sz="1400"/>
              <a:t>- `VERDADERO` Y `FALSO` = </a:t>
            </a:r>
            <a:r>
              <a:rPr sz="1400" b="1"/>
              <a:t>FALSO</a:t>
            </a:r>
            <a:r>
              <a:rPr sz="1400"/>
              <a:t/>
            </a:r>
          </a:p>
          <a:p>
            <a:r>
              <a:rPr sz="1400"/>
              <a:t>- `FALSO` Y `VERDADERO` = </a:t>
            </a:r>
            <a:r>
              <a:rPr sz="1400" b="1"/>
              <a:t>FALSO</a:t>
            </a:r>
            <a:r>
              <a:rPr sz="1400"/>
              <a:t/>
            </a:r>
          </a:p>
          <a:p>
            <a:r>
              <a:rPr sz="1400"/>
              <a:t>- `FALSO` Y `FALSO` = </a:t>
            </a:r>
            <a:r>
              <a:rPr sz="1400" b="1"/>
              <a:t>FALSO</a:t>
            </a:r>
            <a:r>
              <a:rPr sz="140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Lógica del Equilibrio</a:t>
            </a:r>
          </a:p>
        </p:txBody>
      </p:sp>
      <p:pic>
        <p:nvPicPr>
          <p:cNvPr id="3" name="Picture Placeholder 2" descr="src_16.7-dont-spill-liquid-game_c-balance-logic.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400"/>
              <a:t>Para nuestro juego, la lógica para estar en la zona "segura" es una condición compuesta:</a:t>
            </a:r>
          </a:p>
          <a:p>
            <a:r>
              <a:rPr sz="1400"/>
              <a:t/>
            </a:r>
            <a:r>
              <a:rPr sz="1400" b="1"/>
              <a:t>SI</a:t>
            </a:r>
            <a:r>
              <a:rPr sz="1400"/>
              <a:t> (`la inclinación en X transformada en posiciones LED está entre los LEDS 3 y 5`) </a:t>
            </a:r>
            <a:r>
              <a:rPr sz="1400" b="1"/>
              <a:t>Y</a:t>
            </a:r>
            <a:r>
              <a:rPr sz="1400"/>
              <a:t> (`la inclinación en Y transformada en posiciones LED está entre los LEDS 3 y 5`)</a:t>
            </a:r>
          </a:p>
          <a:p>
            <a:r>
              <a:rPr sz="1400"/>
              <a:t/>
            </a:r>
            <a:r>
              <a:rPr sz="1400" b="1"/>
              <a:t>ENTONCES</a:t>
            </a:r>
            <a:r>
              <a:rPr sz="1400"/>
              <a:t>... estás a salvo.</a:t>
            </a:r>
          </a:p>
          <a:p>
            <a:r>
              <a:rPr sz="1400"/>
              <a:t/>
            </a:r>
            <a:r>
              <a:rPr sz="1400" b="1"/>
              <a:t>SINO</a:t>
            </a:r>
            <a:r>
              <a:rPr sz="1400"/>
              <a:t>... ¡alarma!</a:t>
            </a:r>
          </a:p>
          <a:p>
            <a:r>
              <a:rPr sz="1400"/>
              <a:t>Si te inclinas demasiado hacia adelante (falla la condición Y) o demasiado hacia la izquierda (falla la condición X), el resultado total del "Y" será FALSO y perderás el equilibrio.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3 componentes en nuestro celular: </a:t>
            </a:r>
            <a:r>
              <a:rPr sz="3000" b="1"/>
              <a:t>Inclinación</a:t>
            </a:r>
            <a:r>
              <a:rPr sz="3000"/>
              <a:t> para medir el equilibrio en ambos ejes, </a:t>
            </a:r>
            <a:r>
              <a:rPr sz="3000" b="1"/>
              <a:t>DibujoLED</a:t>
            </a:r>
            <a:r>
              <a:rPr sz="3000"/>
              <a:t> para el indicador visual (la 'burbuja' de nivel), y </a:t>
            </a:r>
            <a:r>
              <a:rPr sz="3000" b="1"/>
              <a:t>TecladoMusical</a:t>
            </a:r>
            <a:r>
              <a:rPr sz="3000"/>
              <a:t> para los sonidos de éxito y alerta.</a:t>
            </a:r>
          </a:p>
          <a:p>
            <a:r>
              <a:rPr sz="3000"/>
              <a:t>Recuerda escanear todos los códigos QR en el mismo dispositivo.</a:t>
            </a:r>
          </a:p>
        </p:txBody>
      </p:sp>
      <p:sp>
        <p:nvSpPr>
          <p:cNvPr id="4" name="Chart Placeholder 3"/>
          <p:cNvSpPr>
            <a:spLocks noGrp="1"/>
          </p:cNvSpPr>
          <p:nvPr>
            <p:ph type="chart" idx="14" sz="quarter"/>
          </p:nvPr>
        </p:nvSpPr>
        <p:spPr/>
        <p:txBody>
          <a:bodyPr/>
          <a:p>
            <a:r>
              <a:rPr sz="1400"/>
              <a:t>¡Pon a prueba tu pulso!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6b5f2ce387498997f3df5af5c140454e.png"/>
          <p:cNvPicPr>
            <a:picLocks noGrp="1" noChangeAspect="1"/>
          </p:cNvPicPr>
          <p:nvPr>
            <p:ph type="pic" idx="11" sz="quarter"/>
          </p:nvPr>
        </p:nvPicPr>
        <p:blipFill>
          <a:blip r:embed="rId3"/>
          <a:srcRect/>
          <a:stretch>
            <a:fillRect/>
          </a:stretch>
        </p:blipFill>
        <p:spPr>
          <a:xfrm>
            <a:off x="2450606" y="2447348"/>
            <a:ext cx="3351407" cy="4072184"/>
          </a:xfrm>
        </p:spPr>
      </p:pic>
      <p:sp>
        <p:nvSpPr>
          <p:cNvPr id="4" name="Text Placeholder 3"/>
          <p:cNvSpPr>
            <a:spLocks noGrp="1"/>
          </p:cNvSpPr>
          <p:nvPr>
            <p:ph type="body" idx="12" sz="quarter"/>
          </p:nvPr>
        </p:nvSpPr>
        <p:spPr/>
        <p:txBody>
          <a:bodyPr wrap="square">
            <a:normAutofit/>
          </a:bodyPr>
          <a:lstStyle/>
          <a:p>
            <a:r>
              <a:rPr sz="1100"/>
              <a:t>Al iniciar el programa, estableceremos la variable `debeSonarAlarma` a verdadero, luego, en el bloque `repetir para siempre` estableceremos las variables `xDesplazado` y `yDesplazado`, las cuales almacenarán los valores de la inclinación en el eje X e Y, respectivamente, esto sumado a 140 para desplazarlas a un rango positivo.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400"/>
              <a:t>¿Qué hace el operador "Y" (AND)? ¿Por qué fue necesario para este juego en lugar de un "Si" simple?</a:t>
            </a:r>
          </a:p>
          <a:p>
            <a:r>
              <a:rPr sz="2400"/>
              <a:t>Describe una situación en la que la alarma sonaría. ¿Qué valores tendrían que tener `ledX` y `ledY` para que eso suceda — y hacia dónde tendrías que inclinar el celular para conseguirlo?</a:t>
            </a:r>
          </a:p>
          <a:p>
            <a:r>
              <a:rPr sz="2400"/>
              <a:t>Si quisieras hacer el juego más fácil, ¿aumentarías o disminuirías el rango de números seguros (que actualmente está entre 3 y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6.7-dont-spill-liquid-game_d-or-logic-operator.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800"/>
              <a:t>Además del operador "Y", existe el operador </a:t>
            </a:r>
            <a:r>
              <a:rPr sz="1800" b="1"/>
              <a:t>"O" (OR)</a:t>
            </a:r>
            <a:r>
              <a:rPr sz="1800"/>
              <a:t>. Este es menos estricto: la condición es verdadera si *al menos una* de las preguntas es verdadera. ¿Qué tipo de prototipo podrías construir usando un operador "O"? </a:t>
            </a:r>
            <a:r>
              <a:rPr sz="1800" b="1"/>
              <a:t>Pista</a:t>
            </a:r>
            <a:r>
              <a:rPr sz="1800"/>
              <a:t>: Piensa en una alarma de seguridad que suene si se abre la puerta O se rompe una ventana.</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