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verdadero espectáculo del futuro necesita luces, ¿verdad? En esta misión construiremos un xilófono mágico que, además de sonar, ilumina. No solo tocarás notas al inclinar tu dispositivo, sino que también controlarás una luz que bailará en la pantalla en perfecta sincronización con cada sonido. Aprenderás la poderosa técnica de usar una sola entrada de sensor para controlar múltiples salidas a la vez.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 clic en el signo de interrogación para abrir los comentarios. La clave de este código es que la inclinación se lee dos veces, y las dos fórmulas tienen la misma forma: un valor de reposo más la desviación. Para el sonido, `440 + inclinación ÷ 2`, en hercios. Para la luz, `4 + inclinación ÷ 30`. Un mismo dato, dos escalas, la misma idea — ¡por eso luz y sonido nunca se desincronizan!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xilofono-inclinacion-con-nota-led&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Xilófono del Futuro (con LEDs)</a:t>
            </a:r>
          </a:p>
        </p:txBody>
      </p:sp>
      <p:sp>
        <p:nvSpPr>
          <p:cNvPr id="3" name="Subtitle 2"/>
          <p:cNvSpPr>
            <a:spLocks noGrp="1"/>
          </p:cNvSpPr>
          <p:nvPr>
            <p:ph type="subTitle" idx="1"/>
          </p:nvPr>
        </p:nvSpPr>
        <p:spPr/>
        <p:txBody>
          <a:bodyPr/>
          <a:lstStyle/>
          <a:p>
            <a:r>
              <a:t>Mejora tu instrumento mágico. ¡Aprende a relacionar los datos del sensor de inclinación con la posición de la luz que vamos a agregar!</a:t>
            </a:r>
          </a:p>
        </p:txBody>
      </p:sp>
      <p:pic>
        <p:nvPicPr>
          <p:cNvPr id="4" name="Picture Placeholder 3" descr="src_02.3-led-xylophone_02.3-el-xilofono-del-futuro.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02.3_led_xylophon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Más Allá del Sonido: Feedback Visual</a:t>
            </a:r>
          </a:p>
        </p:txBody>
      </p:sp>
      <p:pic>
        <p:nvPicPr>
          <p:cNvPr id="3" name="Picture Placeholder 2" descr="src_02.3-led-xylophone_a-visual-feedback.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600"/>
              <a:t>Cuando tocas una tecla en un piano real, no solo la oyes, también la ves moverse. Esa confirmación visual se llama </a:t>
            </a:r>
            <a:r>
              <a:rPr sz="1600" b="1"/>
              <a:t>feedback</a:t>
            </a:r>
            <a:r>
              <a:rPr sz="1600"/>
              <a:t>. ¡Hace que la experiencia sea mucho más intuitiva! En nuestros proyectos digitales, podemos hacer lo mismo. Al añadir una luz que se mueve con el sonido, le damos al usuario un feedback visual instantáneo. Esto no solo se ve genial, sino que ayuda a entender mejor la conexión entre el movimiento y el resultado.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Conexión a Múltiples Salidas</a:t>
            </a:r>
          </a:p>
        </p:txBody>
      </p:sp>
      <p:pic>
        <p:nvPicPr>
          <p:cNvPr id="3" name="Picture Placeholder 2" descr="src_02.3-led-xylophone_b-multiple-mapping.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500"/>
              <a:t>Aquí es donde la programación se vuelve realmente poderosa. El </a:t>
            </a:r>
            <a:r>
              <a:rPr sz="1500" b="1"/>
              <a:t>Mapeo a Múltiples Salidas</a:t>
            </a:r>
            <a:r>
              <a:rPr sz="1500"/>
              <a:t> significa usar la información de </a:t>
            </a:r>
            <a:r>
              <a:rPr sz="1500" b="1"/>
              <a:t>un solo sensor</a:t>
            </a:r>
            <a:r>
              <a:rPr sz="1500"/>
              <a:t> para controlar </a:t>
            </a:r>
            <a:r>
              <a:rPr sz="1500" b="1"/>
              <a:t>dos o más cosas diferentes</a:t>
            </a:r>
            <a:r>
              <a:rPr sz="1500"/>
              <a:t> al mismo tiempo.</a:t>
            </a:r>
          </a:p>
          <a:p>
            <a:r>
              <a:rPr sz="1500"/>
              <a:t>Imagina que eres un director de orquesta. Con un solo movimiento de tu batuta (la </a:t>
            </a:r>
            <a:r>
              <a:rPr sz="1500" b="1"/>
              <a:t>inclinación</a:t>
            </a:r>
            <a:r>
              <a:rPr sz="1500"/>
              <a:t>), les dices a los violinistas qué nota tocar (el </a:t>
            </a:r>
            <a:r>
              <a:rPr sz="1500" b="1"/>
              <a:t>sonido</a:t>
            </a:r>
            <a:r>
              <a:rPr sz="1500"/>
              <a:t>) Y al técnico de luces qué foco encender (el </a:t>
            </a:r>
            <a:r>
              <a:rPr sz="1500" b="1"/>
              <a:t>LED</a:t>
            </a:r>
            <a:r>
              <a:rPr sz="1500"/>
              <a:t>). ¡Un solo gesto, múltiples resultados sincronizados!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Adaptando los Datos: La División Mágica</a:t>
            </a:r>
          </a:p>
        </p:txBody>
      </p:sp>
      <p:pic>
        <p:nvPicPr>
          <p:cNvPr id="3" name="Picture Placeholder 2" descr="src_02.3-led-xylophone_c-inclination-range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200"/>
              <a:t>El sensor de inclinación nos da un rango de números bastante amplio. Pero nuestra pantalla LED es pequeña (solo 7 LEDs de alto) y la escala musical que queremos usar también es limitada. Si usáramos el número del sensor directamente, ¡el punto de luz se saldría de la pantalla al instante!</a:t>
            </a:r>
          </a:p>
          <a:p>
            <a:r>
              <a:rPr sz="1200"/>
              <a:t>Para solucionar esto, necesitamos </a:t>
            </a:r>
            <a:r>
              <a:rPr sz="1200" b="1"/>
              <a:t>escalar</a:t>
            </a:r>
            <a:r>
              <a:rPr sz="1200"/>
              <a:t> o adaptar los datos. Usando una simple operación matemática como la </a:t>
            </a:r>
            <a:r>
              <a:rPr sz="1200" b="1"/>
              <a:t>división</a:t>
            </a:r>
            <a:r>
              <a:rPr sz="1200"/>
              <a:t>, podemos reducir el rango de números del sensor para que encaje perfectamente en nuestra pantalla. Pero dividir no basta: el resultado queda centrado en cero, con números negativos que caerían fuera de la pantalla. Por eso además sumamos 4 —el LED del centro— y redondeamos, porque la pantalla solo entiende posiciones enteras. Con el celular quieto, el punto queda justo al medio.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Presiona </a:t>
            </a:r>
            <a:r>
              <a:rPr sz="3000" b="1"/>
              <a:t>Añadir dispositivo</a:t>
            </a:r>
            <a:r>
              <a:rPr sz="3000"/>
              <a:t> y selecciona </a:t>
            </a:r>
            <a:r>
              <a:rPr sz="3000" b="1"/>
              <a:t>TecladoMusical</a:t>
            </a:r>
            <a:r>
              <a:rPr sz="3000"/>
              <a:t> para el sonido.</a:t>
            </a:r>
          </a:p>
          <a:p>
            <a:r>
              <a:rPr sz="3000"/>
              <a:t>Añade también el componente </a:t>
            </a:r>
            <a:r>
              <a:rPr sz="3000" b="1"/>
              <a:t>Inclinación</a:t>
            </a:r>
            <a:r>
              <a:rPr sz="3000"/>
              <a:t> para leer el movimiento.</a:t>
            </a:r>
          </a:p>
          <a:p>
            <a:r>
              <a:rPr sz="3000"/>
              <a:t>Finalmente, añade </a:t>
            </a:r>
            <a:r>
              <a:rPr sz="3000" b="1"/>
              <a:t>DibujoLED</a:t>
            </a:r>
            <a:r>
              <a:rPr sz="3000"/>
              <a:t> para nuestra salida visual.</a:t>
            </a:r>
          </a:p>
          <a:p>
            <a:r>
              <a:rPr sz="3000"/>
              <a:t>Recuerda escanear o abrir todos los componentes. Para este proyecto, ¡puedes ponerlos todos en el mismo celular!</a:t>
            </a:r>
          </a:p>
        </p:txBody>
      </p:sp>
      <p:sp>
        <p:nvSpPr>
          <p:cNvPr id="4" name="Chart Placeholder 3"/>
          <p:cNvSpPr>
            <a:spLocks noGrp="1"/>
          </p:cNvSpPr>
          <p:nvPr>
            <p:ph type="chart" idx="14" sz="quarter"/>
          </p:nvPr>
        </p:nvSpPr>
        <p:spPr/>
        <p:txBody>
          <a:bodyPr/>
          <a:p>
            <a:r>
              <a:rPr sz="1400"/>
              <a:t>Construyamos el xilófono del futuro.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b69f16c7d0008f4013e3f92cb8895e98.png"/>
          <p:cNvPicPr>
            <a:picLocks noGrp="1" noChangeAspect="1"/>
          </p:cNvPicPr>
          <p:nvPr>
            <p:ph type="pic" idx="11" sz="quarter"/>
          </p:nvPr>
        </p:nvPicPr>
        <p:blipFill>
          <a:blip r:embed="rId3"/>
          <a:srcRect/>
          <a:stretch>
            <a:fillRect/>
          </a:stretch>
        </p:blipFill>
        <p:spPr>
          <a:xfrm>
            <a:off x="340563" y="2860977"/>
            <a:ext cx="7571494" cy="3244926"/>
          </a:xfrm>
        </p:spPr>
      </p:pic>
      <p:sp>
        <p:nvSpPr>
          <p:cNvPr id="4" name="Text Placeholder 3"/>
          <p:cNvSpPr>
            <a:spLocks noGrp="1"/>
          </p:cNvSpPr>
          <p:nvPr>
            <p:ph type="body" idx="12" sz="quarter"/>
          </p:nvPr>
        </p:nvSpPr>
        <p:spPr/>
        <p:txBody>
          <a:bodyPr wrap="square">
            <a:normAutofit/>
          </a:bodyPr>
          <a:lstStyle/>
          <a:p>
            <a:r>
              <a:rPr sz="1800"/>
              <a:t>Haz clic en el signo de interrogación para abrir los comentarios.</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3000"/>
              <a:t>¿Qué parte del código hace que la luz y el sonido nunca se desincronicen?</a:t>
            </a:r>
          </a:p>
          <a:p>
            <a:r>
              <a:rPr sz="3000"/>
              <a:t>¿Por qué tuvimos que dividir el valor del sensor antes de usarlo para calcular la posición del LED? ¿Qué pasaría si quitáramos el bloque de división?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02.3-led-xylophone_d-challenge.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2100"/>
              <a:t>¡Conviértelo en un mix de luces! En lugar de controlar la posición de un LED, ¿podrías agregar nuevas luces en otras posiciones? </a:t>
            </a:r>
            <a:r>
              <a:rPr sz="2100" b="1"/>
              <a:t>Pista</a:t>
            </a:r>
            <a:r>
              <a:rPr sz="2100"/>
              <a:t>: Podrías dibujar nuevos puntos en otra posición del eje x, ¡y así tener 3 líneas de luces que se mueven con la inclinación!</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