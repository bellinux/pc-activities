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2.svg" ContentType="image/svg+xml"/>
  <Override PartName="/ppt/media/image4.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9"/>
    <p:sldId id="258" r:id="rId11"/>
    <p:sldId id="259" r:id="rId12"/>
    <p:sldId id="260" r:id="rId13"/>
    <p:sldId id="261" r:id="rId14"/>
    <p:sldId id="262" r:id="rId15"/>
    <p:sldId id="263" r:id="rId16"/>
    <p:sldId id="264" r:id="rId17"/>
    <p:sldId id="265" r:id="rId18"/>
    <p:sldId id="26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338CA"/>
    <a:srgbClr val="1D4ED8"/>
    <a:srgbClr val="A551F4"/>
    <a:srgbClr val="FFFFFF"/>
    <a:srgbClr val="A16207"/>
    <a:srgbClr val="000000"/>
    <a:srgbClr val="FACC15"/>
    <a:srgbClr val="FFC93C"/>
    <a:srgbClr val="0575B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D7F994-7B23-4B30-9E0D-141B518001FB}" v="23" dt="2025-09-03T15:49:48.4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55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microsoft.com/office/2016/11/relationships/changesInfo" Target="changesInfos/changesInfo1.xml"/><Relationship Id="rId8" Type="http://schemas.microsoft.com/office/2015/10/relationships/revisionInfo" Target="revisionInfo.xml"/><Relationship Id="rId9" Type="http://schemas.openxmlformats.org/officeDocument/2006/relationships/slide" Target="slides/slide2.xml"/><Relationship Id="rId10" Type="http://schemas.openxmlformats.org/officeDocument/2006/relationships/notesMaster" Target="notesMasters/notesMaster1.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ssio Bellino" userId="4d67f9ee-b7e6-436d-9ca9-011d058f5ab9" providerId="ADAL" clId="{D6D7F994-7B23-4B30-9E0D-141B518001FB}"/>
    <pc:docChg chg="undo custSel delSld modMainMaster">
      <pc:chgData name="Alessio Bellino" userId="4d67f9ee-b7e6-436d-9ca9-011d058f5ab9" providerId="ADAL" clId="{D6D7F994-7B23-4B30-9E0D-141B518001FB}" dt="2025-09-03T15:49:48.493" v="146" actId="404"/>
      <pc:docMkLst>
        <pc:docMk/>
      </pc:docMkLst>
      <pc:sldChg chg="del">
        <pc:chgData name="Alessio Bellino" userId="4d67f9ee-b7e6-436d-9ca9-011d058f5ab9" providerId="ADAL" clId="{D6D7F994-7B23-4B30-9E0D-141B518001FB}" dt="2025-08-27T01:13:29.985" v="83" actId="47"/>
        <pc:sldMkLst>
          <pc:docMk/>
          <pc:sldMk cId="1091577834" sldId="256"/>
        </pc:sldMkLst>
      </pc:sldChg>
      <pc:sldChg chg="del">
        <pc:chgData name="Alessio Bellino" userId="4d67f9ee-b7e6-436d-9ca9-011d058f5ab9" providerId="ADAL" clId="{D6D7F994-7B23-4B30-9E0D-141B518001FB}" dt="2025-08-27T01:13:28.949" v="82" actId="47"/>
        <pc:sldMkLst>
          <pc:docMk/>
          <pc:sldMk cId="0" sldId="257"/>
        </pc:sldMkLst>
      </pc:sldChg>
      <pc:sldChg chg="del">
        <pc:chgData name="Alessio Bellino" userId="4d67f9ee-b7e6-436d-9ca9-011d058f5ab9" providerId="ADAL" clId="{D6D7F994-7B23-4B30-9E0D-141B518001FB}" dt="2025-08-27T01:13:25.571" v="81" actId="47"/>
        <pc:sldMkLst>
          <pc:docMk/>
          <pc:sldMk cId="0" sldId="258"/>
        </pc:sldMkLst>
      </pc:sldChg>
      <pc:sldChg chg="del">
        <pc:chgData name="Alessio Bellino" userId="4d67f9ee-b7e6-436d-9ca9-011d058f5ab9" providerId="ADAL" clId="{D6D7F994-7B23-4B30-9E0D-141B518001FB}" dt="2025-08-27T01:13:25.571" v="81" actId="47"/>
        <pc:sldMkLst>
          <pc:docMk/>
          <pc:sldMk cId="0" sldId="259"/>
        </pc:sldMkLst>
      </pc:sldChg>
      <pc:sldChg chg="del">
        <pc:chgData name="Alessio Bellino" userId="4d67f9ee-b7e6-436d-9ca9-011d058f5ab9" providerId="ADAL" clId="{D6D7F994-7B23-4B30-9E0D-141B518001FB}" dt="2025-08-27T01:13:25.571" v="81" actId="47"/>
        <pc:sldMkLst>
          <pc:docMk/>
          <pc:sldMk cId="0" sldId="260"/>
        </pc:sldMkLst>
      </pc:sldChg>
      <pc:sldChg chg="del">
        <pc:chgData name="Alessio Bellino" userId="4d67f9ee-b7e6-436d-9ca9-011d058f5ab9" providerId="ADAL" clId="{D6D7F994-7B23-4B30-9E0D-141B518001FB}" dt="2025-08-27T01:13:25.571" v="81" actId="47"/>
        <pc:sldMkLst>
          <pc:docMk/>
          <pc:sldMk cId="0" sldId="261"/>
        </pc:sldMkLst>
      </pc:sldChg>
      <pc:sldChg chg="del">
        <pc:chgData name="Alessio Bellino" userId="4d67f9ee-b7e6-436d-9ca9-011d058f5ab9" providerId="ADAL" clId="{D6D7F994-7B23-4B30-9E0D-141B518001FB}" dt="2025-08-27T01:13:25.571" v="81" actId="47"/>
        <pc:sldMkLst>
          <pc:docMk/>
          <pc:sldMk cId="0" sldId="262"/>
        </pc:sldMkLst>
      </pc:sldChg>
      <pc:sldChg chg="del">
        <pc:chgData name="Alessio Bellino" userId="4d67f9ee-b7e6-436d-9ca9-011d058f5ab9" providerId="ADAL" clId="{D6D7F994-7B23-4B30-9E0D-141B518001FB}" dt="2025-08-27T01:13:25.571" v="81" actId="47"/>
        <pc:sldMkLst>
          <pc:docMk/>
          <pc:sldMk cId="0" sldId="263"/>
        </pc:sldMkLst>
      </pc:sldChg>
      <pc:sldChg chg="del">
        <pc:chgData name="Alessio Bellino" userId="4d67f9ee-b7e6-436d-9ca9-011d058f5ab9" providerId="ADAL" clId="{D6D7F994-7B23-4B30-9E0D-141B518001FB}" dt="2025-08-27T01:13:25.571" v="81" actId="47"/>
        <pc:sldMkLst>
          <pc:docMk/>
          <pc:sldMk cId="0" sldId="264"/>
        </pc:sldMkLst>
      </pc:sldChg>
      <pc:sldChg chg="del">
        <pc:chgData name="Alessio Bellino" userId="4d67f9ee-b7e6-436d-9ca9-011d058f5ab9" providerId="ADAL" clId="{D6D7F994-7B23-4B30-9E0D-141B518001FB}" dt="2025-08-27T01:13:25.571" v="81" actId="47"/>
        <pc:sldMkLst>
          <pc:docMk/>
          <pc:sldMk cId="0" sldId="265"/>
        </pc:sldMkLst>
      </pc:sldChg>
      <pc:sldChg chg="del">
        <pc:chgData name="Alessio Bellino" userId="4d67f9ee-b7e6-436d-9ca9-011d058f5ab9" providerId="ADAL" clId="{D6D7F994-7B23-4B30-9E0D-141B518001FB}" dt="2025-08-27T01:13:25.571" v="81" actId="47"/>
        <pc:sldMkLst>
          <pc:docMk/>
          <pc:sldMk cId="0" sldId="266"/>
        </pc:sldMkLst>
      </pc:sldChg>
      <pc:sldChg chg="del">
        <pc:chgData name="Alessio Bellino" userId="4d67f9ee-b7e6-436d-9ca9-011d058f5ab9" providerId="ADAL" clId="{D6D7F994-7B23-4B30-9E0D-141B518001FB}" dt="2025-08-27T01:13:25.571" v="81" actId="47"/>
        <pc:sldMkLst>
          <pc:docMk/>
          <pc:sldMk cId="0" sldId="267"/>
        </pc:sldMkLst>
      </pc:sldChg>
      <pc:sldChg chg="del">
        <pc:chgData name="Alessio Bellino" userId="4d67f9ee-b7e6-436d-9ca9-011d058f5ab9" providerId="ADAL" clId="{D6D7F994-7B23-4B30-9E0D-141B518001FB}" dt="2025-08-27T01:13:25.571" v="81" actId="47"/>
        <pc:sldMkLst>
          <pc:docMk/>
          <pc:sldMk cId="0" sldId="268"/>
        </pc:sldMkLst>
      </pc:sldChg>
      <pc:sldMasterChg chg="modSldLayout">
        <pc:chgData name="Alessio Bellino" userId="4d67f9ee-b7e6-436d-9ca9-011d058f5ab9" providerId="ADAL" clId="{D6D7F994-7B23-4B30-9E0D-141B518001FB}" dt="2025-09-03T15:49:48.493" v="146" actId="404"/>
        <pc:sldMasterMkLst>
          <pc:docMk/>
          <pc:sldMasterMk cId="661577070" sldId="2147483648"/>
        </pc:sldMasterMkLst>
        <pc:sldLayoutChg chg="modSp mod">
          <pc:chgData name="Alessio Bellino" userId="4d67f9ee-b7e6-436d-9ca9-011d058f5ab9" providerId="ADAL" clId="{D6D7F994-7B23-4B30-9E0D-141B518001FB}" dt="2025-09-03T15:49:04.125" v="130" actId="403"/>
          <pc:sldLayoutMkLst>
            <pc:docMk/>
            <pc:sldMasterMk cId="661577070" sldId="2147483648"/>
            <pc:sldLayoutMk cId="552119573" sldId="2147483649"/>
          </pc:sldLayoutMkLst>
          <pc:spChg chg="mod">
            <ac:chgData name="Alessio Bellino" userId="4d67f9ee-b7e6-436d-9ca9-011d058f5ab9" providerId="ADAL" clId="{D6D7F994-7B23-4B30-9E0D-141B518001FB}" dt="2025-09-03T15:49:04.125" v="130" actId="403"/>
            <ac:spMkLst>
              <pc:docMk/>
              <pc:sldMasterMk cId="661577070" sldId="2147483648"/>
              <pc:sldLayoutMk cId="552119573" sldId="2147483649"/>
              <ac:spMk id="2" creationId="{F452E439-A5BF-EE24-C08E-1F9F20701E7E}"/>
            </ac:spMkLst>
          </pc:spChg>
          <pc:spChg chg="mod">
            <ac:chgData name="Alessio Bellino" userId="4d67f9ee-b7e6-436d-9ca9-011d058f5ab9" providerId="ADAL" clId="{D6D7F994-7B23-4B30-9E0D-141B518001FB}" dt="2025-09-03T15:29:12.824" v="119" actId="1035"/>
            <ac:spMkLst>
              <pc:docMk/>
              <pc:sldMasterMk cId="661577070" sldId="2147483648"/>
              <pc:sldLayoutMk cId="552119573" sldId="2147483649"/>
              <ac:spMk id="7" creationId="{D9290BF2-0C25-514A-9D89-51E5C7543451}"/>
            </ac:spMkLst>
          </pc:spChg>
        </pc:sldLayoutChg>
        <pc:sldLayoutChg chg="modSp mod">
          <pc:chgData name="Alessio Bellino" userId="4d67f9ee-b7e6-436d-9ca9-011d058f5ab9" providerId="ADAL" clId="{D6D7F994-7B23-4B30-9E0D-141B518001FB}" dt="2025-09-03T15:48:48.805" v="127" actId="404"/>
          <pc:sldLayoutMkLst>
            <pc:docMk/>
            <pc:sldMasterMk cId="661577070" sldId="2147483648"/>
            <pc:sldLayoutMk cId="1168460104" sldId="2147483656"/>
          </pc:sldLayoutMkLst>
          <pc:spChg chg="mod">
            <ac:chgData name="Alessio Bellino" userId="4d67f9ee-b7e6-436d-9ca9-011d058f5ab9" providerId="ADAL" clId="{D6D7F994-7B23-4B30-9E0D-141B518001FB}" dt="2025-09-03T15:48:48.805" v="127" actId="404"/>
            <ac:spMkLst>
              <pc:docMk/>
              <pc:sldMasterMk cId="661577070" sldId="2147483648"/>
              <pc:sldLayoutMk cId="1168460104" sldId="2147483656"/>
              <ac:spMk id="2" creationId="{D7FA4241-75AB-E168-9F15-606C0FA2D9CB}"/>
            </ac:spMkLst>
          </pc:spChg>
          <pc:spChg chg="mod">
            <ac:chgData name="Alessio Bellino" userId="4d67f9ee-b7e6-436d-9ca9-011d058f5ab9" providerId="ADAL" clId="{D6D7F994-7B23-4B30-9E0D-141B518001FB}" dt="2025-09-03T15:29:29.320" v="121" actId="207"/>
            <ac:spMkLst>
              <pc:docMk/>
              <pc:sldMasterMk cId="661577070" sldId="2147483648"/>
              <pc:sldLayoutMk cId="1168460104" sldId="2147483656"/>
              <ac:spMk id="4" creationId="{A9CE6CAF-4FD0-1FA1-1965-C06A9FCE86EB}"/>
            </ac:spMkLst>
          </pc:spChg>
        </pc:sldLayoutChg>
        <pc:sldLayoutChg chg="modSp mod">
          <pc:chgData name="Alessio Bellino" userId="4d67f9ee-b7e6-436d-9ca9-011d058f5ab9" providerId="ADAL" clId="{D6D7F994-7B23-4B30-9E0D-141B518001FB}" dt="2025-09-03T15:49:12.616" v="132" actId="404"/>
          <pc:sldLayoutMkLst>
            <pc:docMk/>
            <pc:sldMasterMk cId="661577070" sldId="2147483648"/>
            <pc:sldLayoutMk cId="892857456" sldId="2147483657"/>
          </pc:sldLayoutMkLst>
          <pc:spChg chg="mod">
            <ac:chgData name="Alessio Bellino" userId="4d67f9ee-b7e6-436d-9ca9-011d058f5ab9" providerId="ADAL" clId="{D6D7F994-7B23-4B30-9E0D-141B518001FB}" dt="2025-09-03T15:49:12.616" v="132" actId="404"/>
            <ac:spMkLst>
              <pc:docMk/>
              <pc:sldMasterMk cId="661577070" sldId="2147483648"/>
              <pc:sldLayoutMk cId="892857456" sldId="2147483657"/>
              <ac:spMk id="2" creationId="{D7FA4241-75AB-E168-9F15-606C0FA2D9CB}"/>
            </ac:spMkLst>
          </pc:spChg>
          <pc:spChg chg="mod">
            <ac:chgData name="Alessio Bellino" userId="4d67f9ee-b7e6-436d-9ca9-011d058f5ab9" providerId="ADAL" clId="{D6D7F994-7B23-4B30-9E0D-141B518001FB}" dt="2025-09-03T15:29:23.023" v="120" actId="207"/>
            <ac:spMkLst>
              <pc:docMk/>
              <pc:sldMasterMk cId="661577070" sldId="2147483648"/>
              <pc:sldLayoutMk cId="892857456" sldId="2147483657"/>
              <ac:spMk id="4" creationId="{A9CE6CAF-4FD0-1FA1-1965-C06A9FCE86EB}"/>
            </ac:spMkLst>
          </pc:spChg>
        </pc:sldLayoutChg>
        <pc:sldLayoutChg chg="modSp mod">
          <pc:chgData name="Alessio Bellino" userId="4d67f9ee-b7e6-436d-9ca9-011d058f5ab9" providerId="ADAL" clId="{D6D7F994-7B23-4B30-9E0D-141B518001FB}" dt="2025-09-03T15:49:21.285" v="134" actId="404"/>
          <pc:sldLayoutMkLst>
            <pc:docMk/>
            <pc:sldMasterMk cId="661577070" sldId="2147483648"/>
            <pc:sldLayoutMk cId="2348620504" sldId="2147483658"/>
          </pc:sldLayoutMkLst>
          <pc:spChg chg="mod">
            <ac:chgData name="Alessio Bellino" userId="4d67f9ee-b7e6-436d-9ca9-011d058f5ab9" providerId="ADAL" clId="{D6D7F994-7B23-4B30-9E0D-141B518001FB}" dt="2025-09-03T15:49:21.285" v="134" actId="404"/>
            <ac:spMkLst>
              <pc:docMk/>
              <pc:sldMasterMk cId="661577070" sldId="2147483648"/>
              <pc:sldLayoutMk cId="2348620504" sldId="2147483658"/>
              <ac:spMk id="2" creationId="{D7FA4241-75AB-E168-9F15-606C0FA2D9CB}"/>
            </ac:spMkLst>
          </pc:spChg>
          <pc:spChg chg="mod">
            <ac:chgData name="Alessio Bellino" userId="4d67f9ee-b7e6-436d-9ca9-011d058f5ab9" providerId="ADAL" clId="{D6D7F994-7B23-4B30-9E0D-141B518001FB}" dt="2025-09-03T15:29:01.370" v="113" actId="207"/>
            <ac:spMkLst>
              <pc:docMk/>
              <pc:sldMasterMk cId="661577070" sldId="2147483648"/>
              <pc:sldLayoutMk cId="2348620504" sldId="2147483658"/>
              <ac:spMk id="4" creationId="{A9CE6CAF-4FD0-1FA1-1965-C06A9FCE86EB}"/>
            </ac:spMkLst>
          </pc:spChg>
        </pc:sldLayoutChg>
        <pc:sldLayoutChg chg="addSp delSp modSp mod">
          <pc:chgData name="Alessio Bellino" userId="4d67f9ee-b7e6-436d-9ca9-011d058f5ab9" providerId="ADAL" clId="{D6D7F994-7B23-4B30-9E0D-141B518001FB}" dt="2025-09-03T15:49:28.125" v="136" actId="404"/>
          <pc:sldLayoutMkLst>
            <pc:docMk/>
            <pc:sldMasterMk cId="661577070" sldId="2147483648"/>
            <pc:sldLayoutMk cId="1471266884" sldId="2147483659"/>
          </pc:sldLayoutMkLst>
          <pc:spChg chg="mod">
            <ac:chgData name="Alessio Bellino" userId="4d67f9ee-b7e6-436d-9ca9-011d058f5ab9" providerId="ADAL" clId="{D6D7F994-7B23-4B30-9E0D-141B518001FB}" dt="2025-09-03T15:49:28.125" v="136" actId="404"/>
            <ac:spMkLst>
              <pc:docMk/>
              <pc:sldMasterMk cId="661577070" sldId="2147483648"/>
              <pc:sldLayoutMk cId="1471266884" sldId="2147483659"/>
              <ac:spMk id="2" creationId="{D7FA4241-75AB-E168-9F15-606C0FA2D9CB}"/>
            </ac:spMkLst>
          </pc:spChg>
          <pc:spChg chg="add mod">
            <ac:chgData name="Alessio Bellino" userId="4d67f9ee-b7e6-436d-9ca9-011d058f5ab9" providerId="ADAL" clId="{D6D7F994-7B23-4B30-9E0D-141B518001FB}" dt="2025-08-27T01:11:08.780" v="46" actId="1035"/>
            <ac:spMkLst>
              <pc:docMk/>
              <pc:sldMasterMk cId="661577070" sldId="2147483648"/>
              <pc:sldLayoutMk cId="1471266884" sldId="2147483659"/>
              <ac:spMk id="3" creationId="{F876292C-B4E7-FCE3-1E74-154C919298A3}"/>
            </ac:spMkLst>
          </pc:spChg>
          <pc:spChg chg="mod">
            <ac:chgData name="Alessio Bellino" userId="4d67f9ee-b7e6-436d-9ca9-011d058f5ab9" providerId="ADAL" clId="{D6D7F994-7B23-4B30-9E0D-141B518001FB}" dt="2025-09-03T15:29:00.979" v="112" actId="207"/>
            <ac:spMkLst>
              <pc:docMk/>
              <pc:sldMasterMk cId="661577070" sldId="2147483648"/>
              <pc:sldLayoutMk cId="1471266884" sldId="2147483659"/>
              <ac:spMk id="4" creationId="{A9CE6CAF-4FD0-1FA1-1965-C06A9FCE86EB}"/>
            </ac:spMkLst>
          </pc:spChg>
          <pc:spChg chg="add mod">
            <ac:chgData name="Alessio Bellino" userId="4d67f9ee-b7e6-436d-9ca9-011d058f5ab9" providerId="ADAL" clId="{D6D7F994-7B23-4B30-9E0D-141B518001FB}" dt="2025-08-27T01:10:37.653" v="27" actId="1076"/>
            <ac:spMkLst>
              <pc:docMk/>
              <pc:sldMasterMk cId="661577070" sldId="2147483648"/>
              <pc:sldLayoutMk cId="1471266884" sldId="2147483659"/>
              <ac:spMk id="5" creationId="{6F44FAD5-85C0-5126-BEBB-39AE90164067}"/>
            </ac:spMkLst>
          </pc:spChg>
          <pc:spChg chg="add mod">
            <ac:chgData name="Alessio Bellino" userId="4d67f9ee-b7e6-436d-9ca9-011d058f5ab9" providerId="ADAL" clId="{D6D7F994-7B23-4B30-9E0D-141B518001FB}" dt="2025-08-27T01:10:37.653" v="27" actId="1076"/>
            <ac:spMkLst>
              <pc:docMk/>
              <pc:sldMasterMk cId="661577070" sldId="2147483648"/>
              <pc:sldLayoutMk cId="1471266884" sldId="2147483659"/>
              <ac:spMk id="6" creationId="{5E15C401-2708-BE2C-313C-6E972121150A}"/>
            </ac:spMkLst>
          </pc:spChg>
          <pc:spChg chg="mod">
            <ac:chgData name="Alessio Bellino" userId="4d67f9ee-b7e6-436d-9ca9-011d058f5ab9" providerId="ADAL" clId="{D6D7F994-7B23-4B30-9E0D-141B518001FB}" dt="2025-08-27T01:11:08.780" v="46" actId="1035"/>
            <ac:spMkLst>
              <pc:docMk/>
              <pc:sldMasterMk cId="661577070" sldId="2147483648"/>
              <pc:sldLayoutMk cId="1471266884" sldId="2147483659"/>
              <ac:spMk id="10" creationId="{7EE5EA41-8A93-19E6-0938-921548C16043}"/>
            </ac:spMkLst>
          </pc:spChg>
          <pc:spChg chg="mod">
            <ac:chgData name="Alessio Bellino" userId="4d67f9ee-b7e6-436d-9ca9-011d058f5ab9" providerId="ADAL" clId="{D6D7F994-7B23-4B30-9E0D-141B518001FB}" dt="2025-08-27T01:11:37.001" v="74" actId="14100"/>
            <ac:spMkLst>
              <pc:docMk/>
              <pc:sldMasterMk cId="661577070" sldId="2147483648"/>
              <pc:sldLayoutMk cId="1471266884" sldId="2147483659"/>
              <ac:spMk id="13" creationId="{33A5CA17-0E07-7C00-D057-B222092BBE90}"/>
            </ac:spMkLst>
          </pc:spChg>
        </pc:sldLayoutChg>
        <pc:sldLayoutChg chg="addSp delSp modSp mod">
          <pc:chgData name="Alessio Bellino" userId="4d67f9ee-b7e6-436d-9ca9-011d058f5ab9" providerId="ADAL" clId="{D6D7F994-7B23-4B30-9E0D-141B518001FB}" dt="2025-09-03T15:48:58.086" v="129" actId="403"/>
          <pc:sldLayoutMkLst>
            <pc:docMk/>
            <pc:sldMasterMk cId="661577070" sldId="2147483648"/>
            <pc:sldLayoutMk cId="1862163226" sldId="2147483660"/>
          </pc:sldLayoutMkLst>
          <pc:spChg chg="mod">
            <ac:chgData name="Alessio Bellino" userId="4d67f9ee-b7e6-436d-9ca9-011d058f5ab9" providerId="ADAL" clId="{D6D7F994-7B23-4B30-9E0D-141B518001FB}" dt="2025-09-03T15:48:58.086" v="129" actId="403"/>
            <ac:spMkLst>
              <pc:docMk/>
              <pc:sldMasterMk cId="661577070" sldId="2147483648"/>
              <pc:sldLayoutMk cId="1862163226" sldId="2147483660"/>
              <ac:spMk id="2" creationId="{F452E439-A5BF-EE24-C08E-1F9F20701E7E}"/>
            </ac:spMkLst>
          </pc:spChg>
          <pc:spChg chg="mod">
            <ac:chgData name="Alessio Bellino" userId="4d67f9ee-b7e6-436d-9ca9-011d058f5ab9" providerId="ADAL" clId="{D6D7F994-7B23-4B30-9E0D-141B518001FB}" dt="2025-09-03T15:29:32.545" v="122" actId="207"/>
            <ac:spMkLst>
              <pc:docMk/>
              <pc:sldMasterMk cId="661577070" sldId="2147483648"/>
              <pc:sldLayoutMk cId="1862163226" sldId="2147483660"/>
              <ac:spMk id="7" creationId="{D9290BF2-0C25-514A-9D89-51E5C7543451}"/>
            </ac:spMkLst>
          </pc:spChg>
        </pc:sldLayoutChg>
        <pc:sldLayoutChg chg="modSp mod">
          <pc:chgData name="Alessio Bellino" userId="4d67f9ee-b7e6-436d-9ca9-011d058f5ab9" providerId="ADAL" clId="{D6D7F994-7B23-4B30-9E0D-141B518001FB}" dt="2025-09-03T15:49:36.430" v="140" actId="404"/>
          <pc:sldLayoutMkLst>
            <pc:docMk/>
            <pc:sldMasterMk cId="661577070" sldId="2147483648"/>
            <pc:sldLayoutMk cId="4274332006" sldId="2147483661"/>
          </pc:sldLayoutMkLst>
          <pc:spChg chg="mod">
            <ac:chgData name="Alessio Bellino" userId="4d67f9ee-b7e6-436d-9ca9-011d058f5ab9" providerId="ADAL" clId="{D6D7F994-7B23-4B30-9E0D-141B518001FB}" dt="2025-09-03T15:49:36.430" v="140" actId="404"/>
            <ac:spMkLst>
              <pc:docMk/>
              <pc:sldMasterMk cId="661577070" sldId="2147483648"/>
              <pc:sldLayoutMk cId="4274332006" sldId="2147483661"/>
              <ac:spMk id="2" creationId="{D7FA4241-75AB-E168-9F15-606C0FA2D9CB}"/>
            </ac:spMkLst>
          </pc:spChg>
          <pc:spChg chg="mod">
            <ac:chgData name="Alessio Bellino" userId="4d67f9ee-b7e6-436d-9ca9-011d058f5ab9" providerId="ADAL" clId="{D6D7F994-7B23-4B30-9E0D-141B518001FB}" dt="2025-09-03T15:29:00.051" v="110" actId="207"/>
            <ac:spMkLst>
              <pc:docMk/>
              <pc:sldMasterMk cId="661577070" sldId="2147483648"/>
              <pc:sldLayoutMk cId="4274332006" sldId="2147483661"/>
              <ac:spMk id="6" creationId="{A414259A-EE28-0473-21CE-0257CE7539E5}"/>
            </ac:spMkLst>
          </pc:spChg>
        </pc:sldLayoutChg>
        <pc:sldLayoutChg chg="modSp mod">
          <pc:chgData name="Alessio Bellino" userId="4d67f9ee-b7e6-436d-9ca9-011d058f5ab9" providerId="ADAL" clId="{D6D7F994-7B23-4B30-9E0D-141B518001FB}" dt="2025-09-03T15:49:33.029" v="138" actId="404"/>
          <pc:sldLayoutMkLst>
            <pc:docMk/>
            <pc:sldMasterMk cId="661577070" sldId="2147483648"/>
            <pc:sldLayoutMk cId="708463557" sldId="2147483662"/>
          </pc:sldLayoutMkLst>
          <pc:spChg chg="mod">
            <ac:chgData name="Alessio Bellino" userId="4d67f9ee-b7e6-436d-9ca9-011d058f5ab9" providerId="ADAL" clId="{D6D7F994-7B23-4B30-9E0D-141B518001FB}" dt="2025-09-03T15:49:33.029" v="138" actId="404"/>
            <ac:spMkLst>
              <pc:docMk/>
              <pc:sldMasterMk cId="661577070" sldId="2147483648"/>
              <pc:sldLayoutMk cId="708463557" sldId="2147483662"/>
              <ac:spMk id="2" creationId="{D7FA4241-75AB-E168-9F15-606C0FA2D9CB}"/>
            </ac:spMkLst>
          </pc:spChg>
          <pc:spChg chg="mod">
            <ac:chgData name="Alessio Bellino" userId="4d67f9ee-b7e6-436d-9ca9-011d058f5ab9" providerId="ADAL" clId="{D6D7F994-7B23-4B30-9E0D-141B518001FB}" dt="2025-09-03T15:29:00.547" v="111" actId="207"/>
            <ac:spMkLst>
              <pc:docMk/>
              <pc:sldMasterMk cId="661577070" sldId="2147483648"/>
              <pc:sldLayoutMk cId="708463557" sldId="2147483662"/>
              <ac:spMk id="6" creationId="{A414259A-EE28-0473-21CE-0257CE7539E5}"/>
            </ac:spMkLst>
          </pc:spChg>
        </pc:sldLayoutChg>
        <pc:sldLayoutChg chg="modSp mod">
          <pc:chgData name="Alessio Bellino" userId="4d67f9ee-b7e6-436d-9ca9-011d058f5ab9" providerId="ADAL" clId="{D6D7F994-7B23-4B30-9E0D-141B518001FB}" dt="2025-09-03T15:49:48.493" v="146" actId="404"/>
          <pc:sldLayoutMkLst>
            <pc:docMk/>
            <pc:sldMasterMk cId="661577070" sldId="2147483648"/>
            <pc:sldLayoutMk cId="1162041891" sldId="2147483663"/>
          </pc:sldLayoutMkLst>
          <pc:spChg chg="mod">
            <ac:chgData name="Alessio Bellino" userId="4d67f9ee-b7e6-436d-9ca9-011d058f5ab9" providerId="ADAL" clId="{D6D7F994-7B23-4B30-9E0D-141B518001FB}" dt="2025-09-03T15:49:48.493" v="146" actId="404"/>
            <ac:spMkLst>
              <pc:docMk/>
              <pc:sldMasterMk cId="661577070" sldId="2147483648"/>
              <pc:sldLayoutMk cId="1162041891" sldId="2147483663"/>
              <ac:spMk id="2" creationId="{D7FA4241-75AB-E168-9F15-606C0FA2D9CB}"/>
            </ac:spMkLst>
          </pc:spChg>
          <pc:spChg chg="mod">
            <ac:chgData name="Alessio Bellino" userId="4d67f9ee-b7e6-436d-9ca9-011d058f5ab9" providerId="ADAL" clId="{D6D7F994-7B23-4B30-9E0D-141B518001FB}" dt="2025-09-03T15:49:46.156" v="144" actId="403"/>
            <ac:spMkLst>
              <pc:docMk/>
              <pc:sldMasterMk cId="661577070" sldId="2147483648"/>
              <pc:sldLayoutMk cId="1162041891" sldId="2147483663"/>
              <ac:spMk id="6" creationId="{A414259A-EE28-0473-21CE-0257CE7539E5}"/>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Has dominado las piezas, ahora es el momento de construir una máquina de precisión. En este proyecto avanzado de síntesis, irás más allá de las pausas simples para implementar una lógica de tiempo profesional. Combinarás el mapeo de sensores con cálculos matemáticos para crear una herramienta real y útil: un metrónomo para DJ cuyo tempo puedes controlar con el movimiento de tu mano. ¡Prepárate para sentir el ritmo y programar como un experto!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Dentro del `bucle principal`, primero mapeamos la inclinación a un rango de `bpm`. Con ese `bpm` calculamos el `intervaloPulso` necesario y, con el reloj, el `tiempoTranscurrido` desde el `ultimoPulso`. El condicional `si` es el cerebro del metrónomo: compara esas dos duraciones — `tiempoTranscurrido &gt; intervaloPulso`. Si ha pasado suficiente tiempo, primero —el paso más importante— actualiza `ultimoPulso` al tiempo actual, para que el cronómetro vuelva a empezar justo desde este pulso, y después suena un tic corto.</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9290BF2-0C25-514A-9D89-51E5C7543451}"/>
              </a:ext>
            </a:extLst>
          </p:cNvPr>
          <p:cNvSpPr/>
          <p:nvPr userDrawn="1"/>
        </p:nvSpPr>
        <p:spPr>
          <a:xfrm>
            <a:off x="0" y="0"/>
            <a:ext cx="12192001"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US" dirty="0"/>
          </a:p>
        </p:txBody>
      </p:sp>
      <p:sp>
        <p:nvSpPr>
          <p:cNvPr id="8" name="Rectangle: Rounded Corners 7">
            <a:extLst>
              <a:ext uri="{FF2B5EF4-FFF2-40B4-BE49-F238E27FC236}">
                <a16:creationId xmlns:a16="http://schemas.microsoft.com/office/drawing/2014/main" id="{B1EBC41C-1973-BA75-6DA5-7476F2924EA7}"/>
              </a:ext>
            </a:extLst>
          </p:cNvPr>
          <p:cNvSpPr/>
          <p:nvPr userDrawn="1"/>
        </p:nvSpPr>
        <p:spPr>
          <a:xfrm>
            <a:off x="313509" y="1384663"/>
            <a:ext cx="11529241" cy="5130437"/>
          </a:xfrm>
          <a:prstGeom prst="roundRect">
            <a:avLst>
              <a:gd name="adj" fmla="val 3565"/>
            </a:avLst>
          </a:prstGeom>
          <a:solidFill>
            <a:srgbClr val="FACC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52E439-A5BF-EE24-C08E-1F9F20701E7E}"/>
              </a:ext>
            </a:extLst>
          </p:cNvPr>
          <p:cNvSpPr>
            <a:spLocks noGrp="1"/>
          </p:cNvSpPr>
          <p:nvPr>
            <p:ph type="ctrTitle"/>
          </p:nvPr>
        </p:nvSpPr>
        <p:spPr>
          <a:xfrm>
            <a:off x="349250" y="332438"/>
            <a:ext cx="9702800" cy="498598"/>
          </a:xfrm>
        </p:spPr>
        <p:txBody>
          <a:bodyPr lIns="0" tIns="0" rIns="0" bIns="0" anchor="ctr" anchorCtr="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5B2B2810-E0CF-406E-4F44-3A1E40441DD8}"/>
              </a:ext>
            </a:extLst>
          </p:cNvPr>
          <p:cNvSpPr>
            <a:spLocks noGrp="1"/>
          </p:cNvSpPr>
          <p:nvPr>
            <p:ph type="subTitle" idx="1"/>
          </p:nvPr>
        </p:nvSpPr>
        <p:spPr>
          <a:xfrm>
            <a:off x="719394" y="3354907"/>
            <a:ext cx="2755326" cy="2828179"/>
          </a:xfrm>
        </p:spPr>
        <p:txBody>
          <a:bodyPr lIns="0" tIns="0" rIns="0" bIns="0" anchor="b" anchorCtr="0">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6" name="Picture Placeholder 5">
            <a:extLst>
              <a:ext uri="{FF2B5EF4-FFF2-40B4-BE49-F238E27FC236}">
                <a16:creationId xmlns:a16="http://schemas.microsoft.com/office/drawing/2014/main" id="{5E4B69F6-FE45-27AD-6411-FD4BBF3B0AE0}"/>
              </a:ext>
            </a:extLst>
          </p:cNvPr>
          <p:cNvSpPr>
            <a:spLocks noGrp="1"/>
          </p:cNvSpPr>
          <p:nvPr>
            <p:ph type="pic" sz="quarter" idx="11"/>
          </p:nvPr>
        </p:nvSpPr>
        <p:spPr>
          <a:xfrm>
            <a:off x="3684945" y="1769366"/>
            <a:ext cx="7745054" cy="4413720"/>
          </a:xfrm>
          <a:prstGeom prst="roundRect">
            <a:avLst>
              <a:gd name="adj" fmla="val 3456"/>
            </a:avLst>
          </a:prstGeom>
          <a:noFill/>
          <a:ln w="57150">
            <a:solidFill>
              <a:srgbClr val="FFFFFF"/>
            </a:solidFill>
          </a:ln>
        </p:spPr>
        <p:txBody>
          <a:bodyPr/>
          <a:lstStyle/>
          <a:p>
            <a:endParaRPr lang="en-US"/>
          </a:p>
        </p:txBody>
      </p:sp>
      <p:pic>
        <p:nvPicPr>
          <p:cNvPr id="10" name="Graphic 9">
            <a:extLst>
              <a:ext uri="{FF2B5EF4-FFF2-40B4-BE49-F238E27FC236}">
                <a16:creationId xmlns:a16="http://schemas.microsoft.com/office/drawing/2014/main" id="{AB9BB7E5-C85F-0334-276C-7C712C2ED2F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02626" y="388103"/>
            <a:ext cx="1640124" cy="369739"/>
          </a:xfrm>
          <a:prstGeom prst="rect">
            <a:avLst/>
          </a:prstGeom>
        </p:spPr>
      </p:pic>
      <p:grpSp>
        <p:nvGrpSpPr>
          <p:cNvPr id="12" name="Group 11">
            <a:extLst>
              <a:ext uri="{FF2B5EF4-FFF2-40B4-BE49-F238E27FC236}">
                <a16:creationId xmlns:a16="http://schemas.microsoft.com/office/drawing/2014/main" id="{1079A8B7-BAF0-EF58-AC85-EFDE61C90324}"/>
              </a:ext>
            </a:extLst>
          </p:cNvPr>
          <p:cNvGrpSpPr/>
          <p:nvPr userDrawn="1"/>
        </p:nvGrpSpPr>
        <p:grpSpPr>
          <a:xfrm>
            <a:off x="719394" y="1776715"/>
            <a:ext cx="1383463" cy="1317216"/>
            <a:chOff x="1784610" y="2330845"/>
            <a:chExt cx="1383463" cy="1317216"/>
          </a:xfrm>
        </p:grpSpPr>
        <p:sp>
          <p:nvSpPr>
            <p:cNvPr id="11" name="Rectangle: Rounded Corners 10">
              <a:extLst>
                <a:ext uri="{FF2B5EF4-FFF2-40B4-BE49-F238E27FC236}">
                  <a16:creationId xmlns:a16="http://schemas.microsoft.com/office/drawing/2014/main" id="{6EA8E70E-EF90-8C91-7557-6DA5901AE857}"/>
                </a:ext>
              </a:extLst>
            </p:cNvPr>
            <p:cNvSpPr/>
            <p:nvPr userDrawn="1"/>
          </p:nvSpPr>
          <p:spPr>
            <a:xfrm>
              <a:off x="1784610" y="2330845"/>
              <a:ext cx="1383463" cy="1317216"/>
            </a:xfrm>
            <a:prstGeom prst="roundRect">
              <a:avLst>
                <a:gd name="adj" fmla="val 840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a:extLst>
                <a:ext uri="{FF2B5EF4-FFF2-40B4-BE49-F238E27FC236}">
                  <a16:creationId xmlns:a16="http://schemas.microsoft.com/office/drawing/2014/main" id="{D9C78F5D-0C65-AD3C-3EA2-AE6C8BBC813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072559" y="2451078"/>
              <a:ext cx="807564" cy="1076750"/>
            </a:xfrm>
            <a:prstGeom prst="rect">
              <a:avLst/>
            </a:prstGeom>
          </p:spPr>
        </p:pic>
      </p:grpSp>
    </p:spTree>
    <p:extLst>
      <p:ext uri="{BB962C8B-B14F-4D97-AF65-F5344CB8AC3E}">
        <p14:creationId xmlns:p14="http://schemas.microsoft.com/office/powerpoint/2010/main" val="552119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hat-to-do">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9290BF2-0C25-514A-9D89-51E5C7543451}"/>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US"/>
          </a:p>
        </p:txBody>
      </p:sp>
      <p:sp>
        <p:nvSpPr>
          <p:cNvPr id="2" name="Title 1">
            <a:extLst>
              <a:ext uri="{FF2B5EF4-FFF2-40B4-BE49-F238E27FC236}">
                <a16:creationId xmlns:a16="http://schemas.microsoft.com/office/drawing/2014/main" id="{F452E439-A5BF-EE24-C08E-1F9F20701E7E}"/>
              </a:ext>
            </a:extLst>
          </p:cNvPr>
          <p:cNvSpPr>
            <a:spLocks noGrp="1"/>
          </p:cNvSpPr>
          <p:nvPr>
            <p:ph type="ctrTitle"/>
          </p:nvPr>
        </p:nvSpPr>
        <p:spPr>
          <a:xfrm>
            <a:off x="357517" y="352860"/>
            <a:ext cx="11489043" cy="498598"/>
          </a:xfrm>
        </p:spPr>
        <p:txBody>
          <a:bodyPr wrap="square" lIns="0" tIns="0" rIns="0" bIns="0" anchor="ctr" anchorCtr="0">
            <a:spAutoFit/>
          </a:bodyPr>
          <a:lstStyle>
            <a:lvl1pPr algn="ctr">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6" name="Picture Placeholder 5">
            <a:extLst>
              <a:ext uri="{FF2B5EF4-FFF2-40B4-BE49-F238E27FC236}">
                <a16:creationId xmlns:a16="http://schemas.microsoft.com/office/drawing/2014/main" id="{5E4B69F6-FE45-27AD-6411-FD4BBF3B0AE0}"/>
              </a:ext>
            </a:extLst>
          </p:cNvPr>
          <p:cNvSpPr>
            <a:spLocks noGrp="1"/>
          </p:cNvSpPr>
          <p:nvPr>
            <p:ph type="pic" sz="quarter" idx="11"/>
          </p:nvPr>
        </p:nvSpPr>
        <p:spPr>
          <a:xfrm>
            <a:off x="1441138" y="1197600"/>
            <a:ext cx="9331959" cy="5318057"/>
          </a:xfrm>
          <a:prstGeom prst="roundRect">
            <a:avLst>
              <a:gd name="adj" fmla="val 3456"/>
            </a:avLst>
          </a:prstGeom>
          <a:solidFill>
            <a:schemeClr val="tx1"/>
          </a:solidFill>
          <a:ln w="57150">
            <a:noFill/>
          </a:ln>
        </p:spPr>
        <p:txBody>
          <a:bodyPr/>
          <a:lstStyle/>
          <a:p>
            <a:endParaRPr lang="en-US"/>
          </a:p>
        </p:txBody>
      </p:sp>
    </p:spTree>
    <p:extLst>
      <p:ext uri="{BB962C8B-B14F-4D97-AF65-F5344CB8AC3E}">
        <p14:creationId xmlns:p14="http://schemas.microsoft.com/office/powerpoint/2010/main" val="1862163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im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52629" y="405753"/>
            <a:ext cx="11509172" cy="498598"/>
          </a:xfrm>
        </p:spPr>
        <p:txBody>
          <a:bodyPr wrap="square" lIns="0" tIns="0" rIns="0" bIns="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42468" y="2107350"/>
            <a:ext cx="7742784" cy="4412426"/>
          </a:xfrm>
          <a:prstGeom prst="roundRect">
            <a:avLst>
              <a:gd name="adj" fmla="val 3456"/>
            </a:avLst>
          </a:prstGeom>
          <a:solidFill>
            <a:schemeClr val="tx1"/>
          </a:solidFill>
          <a:ln w="5715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8469867" y="2107347"/>
            <a:ext cx="3379665" cy="4412427"/>
          </a:xfrm>
          <a:prstGeom prst="roundRect">
            <a:avLst>
              <a:gd name="adj" fmla="val 4602"/>
            </a:avLst>
          </a:prstGeom>
          <a:solidFill>
            <a:srgbClr val="000000">
              <a:alpha val="50000"/>
            </a:srgbClr>
          </a:solidFill>
        </p:spPr>
        <p:txBody>
          <a:bodyPr anchor="ctr" anchorCtr="0">
            <a:normAutofit/>
          </a:bodyPr>
          <a:lstStyle>
            <a:lvl1pPr marL="0" indent="0">
              <a:buNone/>
              <a:defRPr sz="1800">
                <a:solidFill>
                  <a:schemeClr val="bg1"/>
                </a:solidFill>
              </a:defRPr>
            </a:lvl1pPr>
            <a:lvl2pPr>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68460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im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6207" y="401133"/>
            <a:ext cx="11505434" cy="498598"/>
          </a:xfrm>
        </p:spPr>
        <p:txBody>
          <a:bodyPr wrap="square" lIns="0" tIns="0" rIns="0" bIns="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45152" y="1376583"/>
            <a:ext cx="5483524" cy="3124928"/>
          </a:xfrm>
          <a:prstGeom prst="roundRect">
            <a:avLst>
              <a:gd name="adj" fmla="val 3456"/>
            </a:avLst>
          </a:prstGeom>
          <a:solidFill>
            <a:schemeClr val="tx1"/>
          </a:solidFill>
          <a:ln w="5715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45151" y="4836160"/>
            <a:ext cx="11505434" cy="1692886"/>
          </a:xfrm>
          <a:prstGeom prst="roundRect">
            <a:avLst>
              <a:gd name="adj" fmla="val 9302"/>
            </a:avLst>
          </a:prstGeom>
          <a:solidFill>
            <a:srgbClr val="000000">
              <a:alpha val="40000"/>
            </a:srgbClr>
          </a:solidFill>
        </p:spPr>
        <p:txBody>
          <a:bodyPr anchor="ctr" anchorCtr="0">
            <a:normAutofit/>
          </a:bodyPr>
          <a:lstStyle>
            <a:lvl1pPr marL="0" indent="0">
              <a:buNone/>
              <a:defRPr sz="1800">
                <a:solidFill>
                  <a:schemeClr val="bg1"/>
                </a:solidFill>
              </a:defRPr>
            </a:lvl1pPr>
            <a:lvl2pPr marL="457200" indent="0">
              <a:buNone/>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5">
            <a:extLst>
              <a:ext uri="{FF2B5EF4-FFF2-40B4-BE49-F238E27FC236}">
                <a16:creationId xmlns:a16="http://schemas.microsoft.com/office/drawing/2014/main" id="{0DF48D15-1243-3CFE-9BF8-52297AA92FD4}"/>
              </a:ext>
            </a:extLst>
          </p:cNvPr>
          <p:cNvSpPr>
            <a:spLocks noGrp="1"/>
          </p:cNvSpPr>
          <p:nvPr>
            <p:ph type="pic" sz="quarter" idx="13"/>
          </p:nvPr>
        </p:nvSpPr>
        <p:spPr>
          <a:xfrm>
            <a:off x="6363324" y="1376583"/>
            <a:ext cx="5483524" cy="3124928"/>
          </a:xfrm>
          <a:prstGeom prst="roundRect">
            <a:avLst>
              <a:gd name="adj" fmla="val 3456"/>
            </a:avLst>
          </a:prstGeom>
          <a:solidFill>
            <a:schemeClr val="tx1"/>
          </a:solidFill>
          <a:ln w="57150">
            <a:noFill/>
          </a:ln>
        </p:spPr>
        <p:txBody>
          <a:bodyPr/>
          <a:lstStyle/>
          <a:p>
            <a:endParaRPr lang="en-US"/>
          </a:p>
        </p:txBody>
      </p:sp>
    </p:spTree>
    <p:extLst>
      <p:ext uri="{BB962C8B-B14F-4D97-AF65-F5344CB8AC3E}">
        <p14:creationId xmlns:p14="http://schemas.microsoft.com/office/powerpoint/2010/main" val="892857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im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0845" y="399603"/>
            <a:ext cx="11516880" cy="498598"/>
          </a:xfrm>
        </p:spPr>
        <p:txBody>
          <a:bodyPr wrap="square" lIns="0" tIns="0" rIns="0" bIns="0">
            <a:spAutoFit/>
          </a:bodyPr>
          <a:lstStyle>
            <a:lvl1pPr algn="ctr">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33375" y="1346630"/>
            <a:ext cx="3577086" cy="2038495"/>
          </a:xfrm>
          <a:prstGeom prst="roundRect">
            <a:avLst>
              <a:gd name="adj" fmla="val 3456"/>
            </a:avLst>
          </a:prstGeom>
          <a:solidFill>
            <a:schemeClr val="tx1"/>
          </a:solidFill>
          <a:ln w="3810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33375" y="3774775"/>
            <a:ext cx="11524350" cy="2757636"/>
          </a:xfrm>
          <a:prstGeom prst="roundRect">
            <a:avLst>
              <a:gd name="adj" fmla="val 4836"/>
            </a:avLst>
          </a:prstGeom>
          <a:solidFill>
            <a:srgbClr val="000000">
              <a:alpha val="40000"/>
            </a:srgbClr>
          </a:solidFill>
        </p:spPr>
        <p:txBody>
          <a:bodyPr anchor="ctr" anchorCtr="0">
            <a:normAutofit/>
          </a:bodyPr>
          <a:lstStyle>
            <a:lvl1pPr marL="0" indent="0">
              <a:buNone/>
              <a:defRPr sz="1800">
                <a:solidFill>
                  <a:schemeClr val="bg1"/>
                </a:solidFill>
              </a:defRPr>
            </a:lvl1pPr>
            <a:lvl2pPr>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a:extLst>
              <a:ext uri="{FF2B5EF4-FFF2-40B4-BE49-F238E27FC236}">
                <a16:creationId xmlns:a16="http://schemas.microsoft.com/office/drawing/2014/main" id="{F2FA5519-3AB3-CEC1-AE02-532EC2CCB4D8}"/>
              </a:ext>
            </a:extLst>
          </p:cNvPr>
          <p:cNvSpPr>
            <a:spLocks noGrp="1"/>
          </p:cNvSpPr>
          <p:nvPr>
            <p:ph type="pic" sz="quarter" idx="13"/>
          </p:nvPr>
        </p:nvSpPr>
        <p:spPr>
          <a:xfrm>
            <a:off x="4307007" y="1346630"/>
            <a:ext cx="3577086" cy="2038495"/>
          </a:xfrm>
          <a:prstGeom prst="roundRect">
            <a:avLst>
              <a:gd name="adj" fmla="val 3456"/>
            </a:avLst>
          </a:prstGeom>
          <a:solidFill>
            <a:schemeClr val="tx1"/>
          </a:solidFill>
          <a:ln w="38100">
            <a:noFill/>
          </a:ln>
        </p:spPr>
        <p:txBody>
          <a:bodyPr/>
          <a:lstStyle/>
          <a:p>
            <a:endParaRPr lang="en-US"/>
          </a:p>
        </p:txBody>
      </p:sp>
      <p:sp>
        <p:nvSpPr>
          <p:cNvPr id="9" name="Picture Placeholder 5">
            <a:extLst>
              <a:ext uri="{FF2B5EF4-FFF2-40B4-BE49-F238E27FC236}">
                <a16:creationId xmlns:a16="http://schemas.microsoft.com/office/drawing/2014/main" id="{31B82278-DD8A-4CE0-788E-1B913AF1EBBC}"/>
              </a:ext>
            </a:extLst>
          </p:cNvPr>
          <p:cNvSpPr>
            <a:spLocks noGrp="1"/>
          </p:cNvSpPr>
          <p:nvPr>
            <p:ph type="pic" sz="quarter" idx="14"/>
          </p:nvPr>
        </p:nvSpPr>
        <p:spPr>
          <a:xfrm>
            <a:off x="8280639" y="1346630"/>
            <a:ext cx="3577086" cy="2038495"/>
          </a:xfrm>
          <a:prstGeom prst="roundRect">
            <a:avLst>
              <a:gd name="adj" fmla="val 3456"/>
            </a:avLst>
          </a:prstGeom>
          <a:solidFill>
            <a:schemeClr val="tx1"/>
          </a:solidFill>
          <a:ln w="38100">
            <a:noFill/>
          </a:ln>
        </p:spPr>
        <p:txBody>
          <a:bodyPr/>
          <a:lstStyle/>
          <a:p>
            <a:endParaRPr lang="en-US"/>
          </a:p>
        </p:txBody>
      </p:sp>
    </p:spTree>
    <p:extLst>
      <p:ext uri="{BB962C8B-B14F-4D97-AF65-F5344CB8AC3E}">
        <p14:creationId xmlns:p14="http://schemas.microsoft.com/office/powerpoint/2010/main" val="2348620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four-img">
    <p:bg>
      <p:bgPr>
        <a:solidFill>
          <a:srgbClr val="000000">
            <a:alpha val="40000"/>
          </a:srgbClr>
        </a:solidFill>
        <a:effectLst/>
      </p:bgPr>
    </p:b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1745" y="396509"/>
            <a:ext cx="11508510" cy="498598"/>
          </a:xfrm>
        </p:spPr>
        <p:txBody>
          <a:bodyPr wrap="square" lIns="0" tIns="0" rIns="0" bIns="0">
            <a:spAutoFit/>
          </a:bodyPr>
          <a:lstStyle>
            <a:lvl1pPr algn="ctr">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10" name="Picture Placeholder 5">
            <a:extLst>
              <a:ext uri="{FF2B5EF4-FFF2-40B4-BE49-F238E27FC236}">
                <a16:creationId xmlns:a16="http://schemas.microsoft.com/office/drawing/2014/main" id="{7EE5EA41-8A93-19E6-0938-921548C16043}"/>
              </a:ext>
            </a:extLst>
          </p:cNvPr>
          <p:cNvSpPr>
            <a:spLocks noGrp="1"/>
          </p:cNvSpPr>
          <p:nvPr>
            <p:ph type="pic" sz="quarter" idx="15"/>
          </p:nvPr>
        </p:nvSpPr>
        <p:spPr>
          <a:xfrm>
            <a:off x="336974" y="1330039"/>
            <a:ext cx="3898598" cy="2221717"/>
          </a:xfrm>
          <a:prstGeom prst="roundRect">
            <a:avLst>
              <a:gd name="adj" fmla="val 3456"/>
            </a:avLst>
          </a:prstGeom>
          <a:solidFill>
            <a:schemeClr val="tx1"/>
          </a:solidFill>
          <a:ln w="38100">
            <a:noFill/>
          </a:ln>
        </p:spPr>
        <p:txBody>
          <a:bodyPr/>
          <a:lstStyle/>
          <a:p>
            <a:endParaRPr lang="en-US"/>
          </a:p>
        </p:txBody>
      </p:sp>
      <p:sp>
        <p:nvSpPr>
          <p:cNvPr id="13" name="Text Placeholder 6">
            <a:extLst>
              <a:ext uri="{FF2B5EF4-FFF2-40B4-BE49-F238E27FC236}">
                <a16:creationId xmlns:a16="http://schemas.microsoft.com/office/drawing/2014/main" id="{33A5CA17-0E07-7C00-D057-B222092BBE90}"/>
              </a:ext>
            </a:extLst>
          </p:cNvPr>
          <p:cNvSpPr>
            <a:spLocks noGrp="1"/>
          </p:cNvSpPr>
          <p:nvPr>
            <p:ph type="body" sz="quarter" idx="12"/>
          </p:nvPr>
        </p:nvSpPr>
        <p:spPr>
          <a:xfrm>
            <a:off x="8793018" y="1335991"/>
            <a:ext cx="3062205" cy="5180899"/>
          </a:xfrm>
          <a:prstGeom prst="roundRect">
            <a:avLst>
              <a:gd name="adj" fmla="val 3016"/>
            </a:avLst>
          </a:prstGeom>
          <a:solidFill>
            <a:schemeClr val="tx1">
              <a:lumMod val="85000"/>
              <a:lumOff val="15000"/>
            </a:schemeClr>
          </a:solidFill>
        </p:spPr>
        <p:txBody>
          <a:bodyPr anchor="ctr" anchorCtr="0">
            <a:normAutofit/>
          </a:bodyPr>
          <a:lstStyle>
            <a:lvl1pPr marL="0" indent="0">
              <a:buNone/>
              <a:defRPr sz="1800">
                <a:solidFill>
                  <a:schemeClr val="bg1"/>
                </a:solidFill>
              </a:defRPr>
            </a:lvl1pPr>
            <a:lvl2pPr>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5">
            <a:extLst>
              <a:ext uri="{FF2B5EF4-FFF2-40B4-BE49-F238E27FC236}">
                <a16:creationId xmlns:a16="http://schemas.microsoft.com/office/drawing/2014/main" id="{F876292C-B4E7-FCE3-1E74-154C919298A3}"/>
              </a:ext>
            </a:extLst>
          </p:cNvPr>
          <p:cNvSpPr>
            <a:spLocks noGrp="1"/>
          </p:cNvSpPr>
          <p:nvPr>
            <p:ph type="pic" sz="quarter" idx="19"/>
          </p:nvPr>
        </p:nvSpPr>
        <p:spPr>
          <a:xfrm>
            <a:off x="4540373" y="1330039"/>
            <a:ext cx="3898598" cy="2221717"/>
          </a:xfrm>
          <a:prstGeom prst="roundRect">
            <a:avLst>
              <a:gd name="adj" fmla="val 3456"/>
            </a:avLst>
          </a:prstGeom>
          <a:solidFill>
            <a:schemeClr val="tx1"/>
          </a:solidFill>
          <a:ln w="38100">
            <a:noFill/>
          </a:ln>
        </p:spPr>
        <p:txBody>
          <a:bodyPr/>
          <a:lstStyle/>
          <a:p>
            <a:endParaRPr lang="en-US"/>
          </a:p>
        </p:txBody>
      </p:sp>
      <p:sp>
        <p:nvSpPr>
          <p:cNvPr id="5" name="Picture Placeholder 5">
            <a:extLst>
              <a:ext uri="{FF2B5EF4-FFF2-40B4-BE49-F238E27FC236}">
                <a16:creationId xmlns:a16="http://schemas.microsoft.com/office/drawing/2014/main" id="{6F44FAD5-85C0-5126-BEBB-39AE90164067}"/>
              </a:ext>
            </a:extLst>
          </p:cNvPr>
          <p:cNvSpPr>
            <a:spLocks noGrp="1"/>
          </p:cNvSpPr>
          <p:nvPr>
            <p:ph type="pic" sz="quarter" idx="20"/>
          </p:nvPr>
        </p:nvSpPr>
        <p:spPr>
          <a:xfrm>
            <a:off x="336974" y="4295174"/>
            <a:ext cx="3898598" cy="2221717"/>
          </a:xfrm>
          <a:prstGeom prst="roundRect">
            <a:avLst>
              <a:gd name="adj" fmla="val 3456"/>
            </a:avLst>
          </a:prstGeom>
          <a:solidFill>
            <a:schemeClr val="tx1"/>
          </a:solidFill>
          <a:ln w="38100">
            <a:noFill/>
          </a:ln>
        </p:spPr>
        <p:txBody>
          <a:bodyPr/>
          <a:lstStyle/>
          <a:p>
            <a:endParaRPr lang="en-US"/>
          </a:p>
        </p:txBody>
      </p:sp>
      <p:sp>
        <p:nvSpPr>
          <p:cNvPr id="6" name="Picture Placeholder 5">
            <a:extLst>
              <a:ext uri="{FF2B5EF4-FFF2-40B4-BE49-F238E27FC236}">
                <a16:creationId xmlns:a16="http://schemas.microsoft.com/office/drawing/2014/main" id="{5E15C401-2708-BE2C-313C-6E972121150A}"/>
              </a:ext>
            </a:extLst>
          </p:cNvPr>
          <p:cNvSpPr>
            <a:spLocks noGrp="1"/>
          </p:cNvSpPr>
          <p:nvPr>
            <p:ph type="pic" sz="quarter" idx="21"/>
          </p:nvPr>
        </p:nvSpPr>
        <p:spPr>
          <a:xfrm>
            <a:off x="4540373" y="4295174"/>
            <a:ext cx="3898598" cy="2221717"/>
          </a:xfrm>
          <a:prstGeom prst="roundRect">
            <a:avLst>
              <a:gd name="adj" fmla="val 3456"/>
            </a:avLst>
          </a:prstGeom>
          <a:solidFill>
            <a:schemeClr val="tx1"/>
          </a:solidFill>
          <a:ln w="38100">
            <a:noFill/>
          </a:ln>
        </p:spPr>
        <p:txBody>
          <a:bodyPr/>
          <a:lstStyle/>
          <a:p>
            <a:endParaRPr lang="en-US"/>
          </a:p>
        </p:txBody>
      </p:sp>
    </p:spTree>
    <p:extLst>
      <p:ext uri="{BB962C8B-B14F-4D97-AF65-F5344CB8AC3E}">
        <p14:creationId xmlns:p14="http://schemas.microsoft.com/office/powerpoint/2010/main" val="1471266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reate-step">
    <p:spTree>
      <p:nvGrpSpPr>
        <p:cNvPr id="1" name=""/>
        <p:cNvGrpSpPr/>
        <p:nvPr/>
      </p:nvGrpSpPr>
      <p:grpSpPr>
        <a:xfrm>
          <a:off x="0" y="0"/>
          <a:ext cx="0" cy="0"/>
          <a:chOff x="0" y="0"/>
          <a:chExt cx="0" cy="0"/>
        </a:xfrm>
      </p:grpSpPr>
      <p:sp>
        <p:nvSpPr>
          <p:cNvPr id="6" name="background_cc">
            <a:extLst>
              <a:ext uri="{FF2B5EF4-FFF2-40B4-BE49-F238E27FC236}">
                <a16:creationId xmlns:a16="http://schemas.microsoft.com/office/drawing/2014/main" id="{A414259A-EE28-0473-21CE-0257CE7539E5}"/>
              </a:ext>
            </a:extLst>
          </p:cNvPr>
          <p:cNvSpPr/>
          <p:nvPr userDrawn="1"/>
        </p:nvSpPr>
        <p:spPr>
          <a:xfrm>
            <a:off x="-4762"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33375" y="427844"/>
            <a:ext cx="11515727" cy="498598"/>
          </a:xfrm>
        </p:spPr>
        <p:txBody>
          <a:bodyPr lIns="0" tIns="0" rIns="0" bIns="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33375" y="2114549"/>
            <a:ext cx="11515726" cy="4448176"/>
          </a:xfrm>
          <a:prstGeom prst="roundRect">
            <a:avLst>
              <a:gd name="adj" fmla="val 0"/>
            </a:avLst>
          </a:prstGeom>
          <a:noFill/>
        </p:spPr>
        <p:txBody>
          <a:bodyPr lIns="0" tIns="0" rIns="0" bIns="0" anchor="ctr" anchorCtr="0">
            <a:normAutofit/>
          </a:bodyPr>
          <a:lstStyle>
            <a:lvl1pPr marL="342900" indent="-342900">
              <a:buFont typeface="+mj-lt"/>
              <a:buAutoNum type="arabicPeriod"/>
              <a:defRPr sz="1800">
                <a:solidFill>
                  <a:schemeClr val="bg1"/>
                </a:solidFill>
              </a:defRPr>
            </a:lvl1pPr>
            <a:lvl2pPr marL="457200" indent="0">
              <a:buNone/>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p:txBody>
      </p:sp>
      <p:sp>
        <p:nvSpPr>
          <p:cNvPr id="4" name="Chart Placeholder 3">
            <a:extLst>
              <a:ext uri="{FF2B5EF4-FFF2-40B4-BE49-F238E27FC236}">
                <a16:creationId xmlns:a16="http://schemas.microsoft.com/office/drawing/2014/main" id="{D11CD461-B056-D4E2-C5FA-0426E6C2FFF6}"/>
              </a:ext>
            </a:extLst>
          </p:cNvPr>
          <p:cNvSpPr>
            <a:spLocks noGrp="1"/>
          </p:cNvSpPr>
          <p:nvPr>
            <p:ph type="chart" sz="quarter" idx="14" hasCustomPrompt="1"/>
          </p:nvPr>
        </p:nvSpPr>
        <p:spPr>
          <a:xfrm>
            <a:off x="333375" y="1318188"/>
            <a:ext cx="11515726" cy="387798"/>
          </a:xfrm>
        </p:spPr>
        <p:txBody>
          <a:bodyPr lIns="0" tIns="0" rIns="0" bIns="0">
            <a:spAutoFit/>
          </a:bodyPr>
          <a:lstStyle>
            <a:lvl1pPr marL="0" indent="0">
              <a:buNone/>
              <a:defRPr sz="2800" b="1">
                <a:solidFill>
                  <a:schemeClr val="bg1"/>
                </a:solidFill>
              </a:defRPr>
            </a:lvl1pPr>
          </a:lstStyle>
          <a:p>
            <a:r>
              <a:rPr lang="es-CL" dirty="0"/>
              <a:t>Place</a:t>
            </a:r>
            <a:endParaRPr lang="en-US" dirty="0"/>
          </a:p>
        </p:txBody>
      </p:sp>
    </p:spTree>
    <p:extLst>
      <p:ext uri="{BB962C8B-B14F-4D97-AF65-F5344CB8AC3E}">
        <p14:creationId xmlns:p14="http://schemas.microsoft.com/office/powerpoint/2010/main" val="708463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de-composition">
    <p:spTree>
      <p:nvGrpSpPr>
        <p:cNvPr id="1" name=""/>
        <p:cNvGrpSpPr/>
        <p:nvPr/>
      </p:nvGrpSpPr>
      <p:grpSpPr>
        <a:xfrm>
          <a:off x="0" y="0"/>
          <a:ext cx="0" cy="0"/>
          <a:chOff x="0" y="0"/>
          <a:chExt cx="0" cy="0"/>
        </a:xfrm>
      </p:grpSpPr>
      <p:sp>
        <p:nvSpPr>
          <p:cNvPr id="6" name="background_cc">
            <a:extLst>
              <a:ext uri="{FF2B5EF4-FFF2-40B4-BE49-F238E27FC236}">
                <a16:creationId xmlns:a16="http://schemas.microsoft.com/office/drawing/2014/main" id="{A414259A-EE28-0473-21CE-0257CE7539E5}"/>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0563" y="347332"/>
            <a:ext cx="11508537" cy="678672"/>
          </a:xfrm>
        </p:spPr>
        <p:txBody>
          <a:bodyPr lIns="0" tIns="0" rIns="0" bIns="0">
            <a:norm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40563" y="2447348"/>
            <a:ext cx="7571494" cy="4072184"/>
          </a:xfrm>
          <a:prstGeom prst="roundRect">
            <a:avLst>
              <a:gd name="adj" fmla="val 3456"/>
            </a:avLst>
          </a:prstGeom>
          <a:solidFill>
            <a:schemeClr val="tx1"/>
          </a:solidFill>
          <a:ln w="3810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40563" y="1403404"/>
            <a:ext cx="11508537" cy="699551"/>
          </a:xfrm>
          <a:prstGeom prst="roundRect">
            <a:avLst>
              <a:gd name="adj" fmla="val 5043"/>
            </a:avLst>
          </a:prstGeom>
          <a:noFill/>
        </p:spPr>
        <p:txBody>
          <a:bodyPr lIns="0" tIns="0" rIns="0" anchor="ctr" anchorCtr="0">
            <a:spAutoFit/>
          </a:bodyPr>
          <a:lstStyle>
            <a:lvl1pPr marL="0" indent="0">
              <a:buNone/>
              <a:defRPr sz="1800">
                <a:solidFill>
                  <a:schemeClr val="bg1"/>
                </a:solidFill>
              </a:defRPr>
            </a:lvl1pPr>
            <a:lvl2pPr marL="457200" indent="0">
              <a:buNone/>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a:t>
            </a:r>
          </a:p>
          <a:p>
            <a:pPr lvl="0"/>
            <a:r>
              <a:rPr lang="en-US" dirty="0"/>
              <a:t>Master text styles</a:t>
            </a:r>
          </a:p>
        </p:txBody>
      </p:sp>
      <p:sp>
        <p:nvSpPr>
          <p:cNvPr id="5" name="Callout: Down Arrow 4">
            <a:extLst>
              <a:ext uri="{FF2B5EF4-FFF2-40B4-BE49-F238E27FC236}">
                <a16:creationId xmlns:a16="http://schemas.microsoft.com/office/drawing/2014/main" id="{BAE4049F-C3AB-1C61-89BD-6C81A2CCB192}"/>
              </a:ext>
            </a:extLst>
          </p:cNvPr>
          <p:cNvSpPr/>
          <p:nvPr userDrawn="1"/>
        </p:nvSpPr>
        <p:spPr>
          <a:xfrm>
            <a:off x="9586829" y="2581720"/>
            <a:ext cx="966159" cy="957532"/>
          </a:xfrm>
          <a:prstGeom prst="downArrowCallout">
            <a:avLst>
              <a:gd name="adj1" fmla="val 25000"/>
              <a:gd name="adj2" fmla="val 25000"/>
              <a:gd name="adj3" fmla="val 22297"/>
              <a:gd name="adj4" fmla="val 64977"/>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dirty="0">
                <a:solidFill>
                  <a:schemeClr val="tx1"/>
                </a:solidFill>
              </a:rPr>
              <a:t>Link</a:t>
            </a:r>
          </a:p>
          <a:p>
            <a:pPr algn="ctr"/>
            <a:r>
              <a:rPr lang="es-CL" dirty="0">
                <a:solidFill>
                  <a:schemeClr val="tx1"/>
                </a:solidFill>
              </a:rPr>
              <a:t>Online</a:t>
            </a:r>
            <a:endParaRPr lang="en-US" dirty="0">
              <a:solidFill>
                <a:schemeClr val="tx1"/>
              </a:solidFill>
            </a:endParaRPr>
          </a:p>
        </p:txBody>
      </p:sp>
      <p:sp>
        <p:nvSpPr>
          <p:cNvPr id="9" name="Chart Placeholder 8">
            <a:extLst>
              <a:ext uri="{FF2B5EF4-FFF2-40B4-BE49-F238E27FC236}">
                <a16:creationId xmlns:a16="http://schemas.microsoft.com/office/drawing/2014/main" id="{85FE893F-47A3-E5F7-1212-48465408B0C7}"/>
              </a:ext>
            </a:extLst>
          </p:cNvPr>
          <p:cNvSpPr>
            <a:spLocks noGrp="1"/>
          </p:cNvSpPr>
          <p:nvPr>
            <p:ph type="chart" sz="quarter" idx="14" hasCustomPrompt="1"/>
          </p:nvPr>
        </p:nvSpPr>
        <p:spPr>
          <a:xfrm>
            <a:off x="8290719" y="3797514"/>
            <a:ext cx="3558381" cy="2597150"/>
          </a:xfrm>
        </p:spPr>
        <p:txBody>
          <a:bodyPr/>
          <a:lstStyle>
            <a:lvl1pPr marL="0" indent="0">
              <a:buNone/>
              <a:defRPr>
                <a:solidFill>
                  <a:schemeClr val="bg1"/>
                </a:solidFill>
              </a:defRPr>
            </a:lvl1pPr>
          </a:lstStyle>
          <a:p>
            <a:r>
              <a:rPr lang="es-CL" dirty="0"/>
              <a:t>https://example.com/ </a:t>
            </a:r>
            <a:endParaRPr lang="en-US" dirty="0"/>
          </a:p>
        </p:txBody>
      </p:sp>
    </p:spTree>
    <p:extLst>
      <p:ext uri="{BB962C8B-B14F-4D97-AF65-F5344CB8AC3E}">
        <p14:creationId xmlns:p14="http://schemas.microsoft.com/office/powerpoint/2010/main" val="4274332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eflect-box">
    <p:spTree>
      <p:nvGrpSpPr>
        <p:cNvPr id="1" name=""/>
        <p:cNvGrpSpPr/>
        <p:nvPr/>
      </p:nvGrpSpPr>
      <p:grpSpPr>
        <a:xfrm>
          <a:off x="0" y="0"/>
          <a:ext cx="0" cy="0"/>
          <a:chOff x="0" y="0"/>
          <a:chExt cx="0" cy="0"/>
        </a:xfrm>
      </p:grpSpPr>
      <p:sp>
        <p:nvSpPr>
          <p:cNvPr id="6" name="background_cc">
            <a:extLst>
              <a:ext uri="{FF2B5EF4-FFF2-40B4-BE49-F238E27FC236}">
                <a16:creationId xmlns:a16="http://schemas.microsoft.com/office/drawing/2014/main" id="{A414259A-EE28-0473-21CE-0257CE7539E5}"/>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31039" y="328282"/>
            <a:ext cx="11518062" cy="665027"/>
          </a:xfrm>
        </p:spPr>
        <p:txBody>
          <a:bodyPr lIns="0" tIns="0" rIns="0" bIns="0">
            <a:norm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4" name="Chart Placeholder 3">
            <a:extLst>
              <a:ext uri="{FF2B5EF4-FFF2-40B4-BE49-F238E27FC236}">
                <a16:creationId xmlns:a16="http://schemas.microsoft.com/office/drawing/2014/main" id="{E9633AA3-1F01-FC54-9584-5A176A246101}"/>
              </a:ext>
            </a:extLst>
          </p:cNvPr>
          <p:cNvSpPr>
            <a:spLocks noGrp="1"/>
          </p:cNvSpPr>
          <p:nvPr>
            <p:ph type="chart" sz="quarter" idx="14"/>
          </p:nvPr>
        </p:nvSpPr>
        <p:spPr>
          <a:xfrm>
            <a:off x="7893693" y="1371600"/>
            <a:ext cx="3955408" cy="5158118"/>
          </a:xfrm>
          <a:prstGeom prst="roundRect">
            <a:avLst>
              <a:gd name="adj" fmla="val 4940"/>
            </a:avLst>
          </a:prstGeom>
          <a:solidFill>
            <a:schemeClr val="bg1"/>
          </a:solidFill>
        </p:spPr>
        <p:txBody>
          <a:bodyPr lIns="365760" tIns="365760" rIns="365760" bIns="365760" anchor="ctr" anchorCtr="0"/>
          <a:lstStyle>
            <a:lvl1pPr marL="0" indent="0">
              <a:buNone/>
              <a:defRPr>
                <a:solidFill>
                  <a:schemeClr val="tx1"/>
                </a:solidFill>
              </a:defRPr>
            </a:lvl1pPr>
          </a:lstStyle>
          <a:p>
            <a:endParaRPr lang="en-US"/>
          </a:p>
        </p:txBody>
      </p:sp>
      <p:sp>
        <p:nvSpPr>
          <p:cNvPr id="9" name="Text Placeholder 2">
            <a:extLst>
              <a:ext uri="{FF2B5EF4-FFF2-40B4-BE49-F238E27FC236}">
                <a16:creationId xmlns:a16="http://schemas.microsoft.com/office/drawing/2014/main" id="{8205E5FA-6881-9803-B9CE-B9F6C0D4259D}"/>
              </a:ext>
            </a:extLst>
          </p:cNvPr>
          <p:cNvSpPr>
            <a:spLocks noGrp="1"/>
          </p:cNvSpPr>
          <p:nvPr>
            <p:ph idx="1"/>
          </p:nvPr>
        </p:nvSpPr>
        <p:spPr>
          <a:xfrm>
            <a:off x="331037" y="1371600"/>
            <a:ext cx="7231619" cy="5181600"/>
          </a:xfrm>
          <a:prstGeom prst="rect">
            <a:avLst/>
          </a:prstGeom>
        </p:spPr>
        <p:txBody>
          <a:bodyPr vert="horz" lIns="0" tIns="0" rIns="0" bIns="0" rtlCol="0">
            <a:normAutofit/>
          </a:bodyPr>
          <a:lstStyle>
            <a:lvl1pPr marL="0" indent="0">
              <a:buNone/>
              <a:defRPr>
                <a:solidFill>
                  <a:schemeClr val="bg1"/>
                </a:solidFill>
              </a:defRPr>
            </a:lvl1pPr>
            <a:lvl2pPr marL="45720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620418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843740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E91179-C1CD-A08D-D9B7-A92C32FCB4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A82CB0B4-6181-CC09-113A-CBA6A84A24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61577070"/>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6" r:id="rId3"/>
    <p:sldLayoutId id="2147483657" r:id="rId4"/>
    <p:sldLayoutId id="2147483658" r:id="rId5"/>
    <p:sldLayoutId id="2147483659" r:id="rId6"/>
    <p:sldLayoutId id="2147483662" r:id="rId7"/>
    <p:sldLayoutId id="2147483661" r:id="rId8"/>
    <p:sldLayoutId id="2147483663" r:id="rId9"/>
    <p:sldLayoutId id="2147483655" r:id="rId10"/>
  </p:sldLayoutIdLst>
  <p:txStyles>
    <p:titleStyle>
      <a:lvl1pPr algn="l" defTabSz="914400" rtl="0" eaLnBrk="1" latinLnBrk="0" hangingPunct="1">
        <a:lnSpc>
          <a:spcPct val="90000"/>
        </a:lnSpc>
        <a:spcBef>
          <a:spcPct val="0"/>
        </a:spcBef>
        <a:buNone/>
        <a:defRPr sz="4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Segoe UI" panose="020B0502040204020203" pitchFamily="34" charset="0"/>
          <a:ea typeface="Verdana" panose="020B0604030504040204" pitchFamily="34" charset="0"/>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Segoe UI" panose="020B0502040204020203" pitchFamily="34" charset="0"/>
          <a:ea typeface="Verdana" panose="020B0604030504040204" pitchFamily="34" charset="0"/>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5.png"/><Relationship Id="rId3" Type="http://schemas.openxmlformats.org/officeDocument/2006/relationships/image" Target="../media/image6.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hyperlink" Target="https://app.protobject.com/generate?equivalent-metronomo-con-inclinacion&amp;es&amp;dynamic&amp;-1"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974216A-BFA6-9732-A49C-32CF61E454ED}"/>
              </a:ext>
            </a:extLst>
          </p:cNvPr>
          <p:cNvSpPr txBox="1"/>
          <p:nvPr/>
        </p:nvSpPr>
        <p:spPr>
          <a:xfrm>
            <a:off x="765048" y="2340864"/>
            <a:ext cx="10661904" cy="3847207"/>
          </a:xfrm>
          <a:prstGeom prst="rect">
            <a:avLst/>
          </a:prstGeom>
          <a:noFill/>
        </p:spPr>
        <p:txBody>
          <a:bodyPr wrap="square" rtlCol="0">
            <a:spAutoFit/>
          </a:bodyPr>
          <a:lstStyle/>
          <a:p>
            <a:r>
              <a:rPr lang="en-US" sz="2000" dirty="0">
                <a:latin typeface="Segoe UI" panose="020B0502040204020203" pitchFamily="34" charset="0"/>
                <a:cs typeface="Segoe UI" panose="020B0502040204020203" pitchFamily="34" charset="0"/>
              </a:rPr>
              <a:t>Esta </a:t>
            </a:r>
            <a:r>
              <a:rPr lang="en-US" sz="2000" dirty="0" err="1">
                <a:latin typeface="Segoe UI" panose="020B0502040204020203" pitchFamily="34" charset="0"/>
                <a:cs typeface="Segoe UI" panose="020B0502040204020203" pitchFamily="34" charset="0"/>
              </a:rPr>
              <a:t>presentación</a:t>
            </a:r>
            <a:r>
              <a:rPr lang="en-US" sz="2000" dirty="0">
                <a:latin typeface="Segoe UI" panose="020B0502040204020203" pitchFamily="34" charset="0"/>
                <a:cs typeface="Segoe UI" panose="020B0502040204020203" pitchFamily="34" charset="0"/>
              </a:rPr>
              <a:t> se genera </a:t>
            </a:r>
            <a:r>
              <a:rPr lang="en-US" sz="2000" dirty="0" err="1">
                <a:latin typeface="Segoe UI" panose="020B0502040204020203" pitchFamily="34" charset="0"/>
                <a:cs typeface="Segoe UI" panose="020B0502040204020203" pitchFamily="34" charset="0"/>
              </a:rPr>
              <a:t>automáticamente</a:t>
            </a:r>
            <a:r>
              <a:rPr lang="en-US" sz="2000" dirty="0">
                <a:latin typeface="Segoe UI" panose="020B0502040204020203" pitchFamily="34" charset="0"/>
                <a:cs typeface="Segoe UI" panose="020B0502040204020203" pitchFamily="34" charset="0"/>
              </a:rPr>
              <a:t>. </a:t>
            </a:r>
          </a:p>
          <a:p>
            <a:r>
              <a:rPr lang="en-US" sz="2000" b="1" dirty="0" err="1">
                <a:latin typeface="Segoe UI" panose="020B0502040204020203" pitchFamily="34" charset="0"/>
                <a:cs typeface="Segoe UI" panose="020B0502040204020203" pitchFamily="34" charset="0"/>
              </a:rPr>
              <a:t>Puedes</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modificarla</a:t>
            </a:r>
            <a:r>
              <a:rPr lang="en-US" sz="2000" b="1" dirty="0">
                <a:latin typeface="Segoe UI" panose="020B0502040204020203" pitchFamily="34" charset="0"/>
                <a:cs typeface="Segoe UI" panose="020B0502040204020203" pitchFamily="34" charset="0"/>
              </a:rPr>
              <a:t> a </a:t>
            </a:r>
            <a:r>
              <a:rPr lang="en-US" sz="2000" b="1" dirty="0" err="1">
                <a:latin typeface="Segoe UI" panose="020B0502040204020203" pitchFamily="34" charset="0"/>
                <a:cs typeface="Segoe UI" panose="020B0502040204020203" pitchFamily="34" charset="0"/>
              </a:rPr>
              <a:t>tu</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criterio</a:t>
            </a:r>
            <a:r>
              <a:rPr lang="en-US" sz="2000" b="1" dirty="0">
                <a:latin typeface="Segoe UI" panose="020B0502040204020203" pitchFamily="34" charset="0"/>
                <a:cs typeface="Segoe UI" panose="020B0502040204020203" pitchFamily="34" charset="0"/>
              </a:rPr>
              <a:t> y </a:t>
            </a:r>
            <a:r>
              <a:rPr lang="en-US" sz="2000" b="1" dirty="0" err="1">
                <a:latin typeface="Segoe UI" panose="020B0502040204020203" pitchFamily="34" charset="0"/>
                <a:cs typeface="Segoe UI" panose="020B0502040204020203" pitchFamily="34" charset="0"/>
              </a:rPr>
              <a:t>añadir</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cualquier</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contenido</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adicional</a:t>
            </a:r>
            <a:r>
              <a:rPr lang="en-US" sz="2000" b="1" dirty="0">
                <a:latin typeface="Segoe UI" panose="020B0502040204020203" pitchFamily="34" charset="0"/>
                <a:cs typeface="Segoe UI" panose="020B0502040204020203" pitchFamily="34" charset="0"/>
              </a:rPr>
              <a:t> que </a:t>
            </a:r>
            <a:r>
              <a:rPr lang="en-US" sz="2000" b="1" dirty="0" err="1">
                <a:latin typeface="Segoe UI" panose="020B0502040204020203" pitchFamily="34" charset="0"/>
                <a:cs typeface="Segoe UI" panose="020B0502040204020203" pitchFamily="34" charset="0"/>
              </a:rPr>
              <a:t>desees</a:t>
            </a:r>
            <a:r>
              <a:rPr lang="en-US" sz="2000" b="1" dirty="0">
                <a:latin typeface="Segoe UI" panose="020B0502040204020203" pitchFamily="34" charset="0"/>
                <a:cs typeface="Segoe UI" panose="020B0502040204020203" pitchFamily="34" charset="0"/>
              </a:rPr>
              <a:t>.</a:t>
            </a:r>
          </a:p>
        </p:txBody>
      </p:sp>
      <p:pic>
        <p:nvPicPr>
          <p:cNvPr id="6" name="Graphic 5">
            <a:extLst>
              <a:ext uri="{FF2B5EF4-FFF2-40B4-BE49-F238E27FC236}">
                <a16:creationId xmlns:a16="http://schemas.microsoft.com/office/drawing/2014/main" id="{ADDBF746-CBFF-7D5E-0904-0C23A0CCAAA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5048" y="735575"/>
            <a:ext cx="1640124" cy="369739"/>
          </a:xfrm>
          <a:prstGeom prst="rect">
            <a:avLst/>
          </a:prstGeom>
        </p:spPr>
      </p:pic>
    </p:spTree>
    <p:extLst>
      <p:ext uri="{BB962C8B-B14F-4D97-AF65-F5344CB8AC3E}">
        <p14:creationId xmlns:p14="http://schemas.microsoft.com/office/powerpoint/2010/main" val="1091577834"/>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El Metrónomo de DJ</a:t>
            </a:r>
          </a:p>
        </p:txBody>
      </p:sp>
      <p:sp>
        <p:nvSpPr>
          <p:cNvPr id="3" name="Subtitle 2"/>
          <p:cNvSpPr>
            <a:spLocks noGrp="1"/>
          </p:cNvSpPr>
          <p:nvPr>
            <p:ph type="subTitle" idx="1"/>
          </p:nvPr>
        </p:nvSpPr>
        <p:spPr/>
        <p:txBody>
          <a:bodyPr/>
          <a:lstStyle/>
          <a:p>
            <a:r>
              <a:t>Combina sensores, matemáticas y una lógica de tiempo avanzada para construir una herramienta de DJ profesional: un metrónomo cuyo tempo controlas con la inclinación.</a:t>
            </a:r>
          </a:p>
        </p:txBody>
      </p:sp>
      <p:pic>
        <p:nvPicPr>
          <p:cNvPr id="4" name="Picture Placeholder 3" descr="src_22.1-dj-metronome_22.1-metronomo-de-dj.png"/>
          <p:cNvPicPr>
            <a:picLocks noGrp="1" noChangeAspect="1"/>
          </p:cNvPicPr>
          <p:nvPr>
            <p:ph type="pic" idx="11" sz="quarter"/>
          </p:nvPr>
        </p:nvPicPr>
        <p:blipFill>
          <a:blip r:embed="rId3"/>
          <a:srcRect/>
          <a:stretch>
            <a:fillRect/>
          </a:stretch>
        </p:blipFill>
        <p:spPr>
          <a:xfrm>
            <a:off x="3684945" y="1797930"/>
            <a:ext cx="7745054" cy="4356592"/>
          </a:xfr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¿Qué haremos?</a:t>
            </a:r>
          </a:p>
        </p:txBody>
      </p:sp>
      <p:pic>
        <p:nvPicPr>
          <p:cNvPr id="3" name="22.1_dj_metronome.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441138" y="1232015"/>
            <a:ext cx="9331959" cy="5249226"/>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¿Qué es un Metrónomo?</a:t>
            </a:r>
          </a:p>
        </p:txBody>
      </p:sp>
      <p:pic>
        <p:nvPicPr>
          <p:cNvPr id="3" name="Picture Placeholder 2" descr="src_22.1-dj-metronome_a-metronome.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1900"/>
              <a:t>Un metrónomo es una herramienta esencial para los músicos. Produce un pulso o clic a una velocidad constante y ajustable para ayudarles a mantener un tempo estable. La velocidad se mide en </a:t>
            </a:r>
            <a:r>
              <a:rPr sz="1900" b="1"/>
              <a:t>BPM (Beats Per Minute)</a:t>
            </a:r>
            <a:r>
              <a:rPr sz="1900"/>
              <a:t>, o "Pulsos Por Minuto". Un tempo de 60 BPM significa exactamente un pulso cada segundo.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El Problema con 'Esperar'</a:t>
            </a:r>
          </a:p>
        </p:txBody>
      </p:sp>
      <p:pic>
        <p:nvPicPr>
          <p:cNvPr id="3" name="Picture Placeholder 2" descr="src_22.1-dj-metronome_b-waiting-problem.es.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1700"/>
              <a:t>Nuestro primer instinto podría ser usar un bucle con un bloque `esperar`. Sin embargo, `esperar` </a:t>
            </a:r>
            <a:r>
              <a:rPr sz="1700" b="1"/>
              <a:t>bloquea</a:t>
            </a:r>
            <a:r>
              <a:rPr sz="1700"/>
              <a:t> el programa. Mientras está en pausa, no puede hacer nada más: no puede leer el sensor de inclinación para ajustar el tempo, no puede actualizar la pantalla, no puede responder a botones. Para una herramienta que necesita ser fluida y responsiva en tiempo real, este método no funciona.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Lógica de Tiempo Avanzada (No Bloqueante)</a:t>
            </a:r>
          </a:p>
        </p:txBody>
      </p:sp>
      <p:pic>
        <p:nvPicPr>
          <p:cNvPr id="3" name="Picture Placeholder 2" descr="src_22.1-dj-metronome_c-advanced-time-logic.es.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1100"/>
              <a:t>Los profesionales usan una lógica que nunca "congela" el programa. Funciona como un cronómetro manual:</a:t>
            </a:r>
          </a:p>
          <a:p>
            <a:pPr/>
            <a:r>
              <a:rPr sz="1100"/>
              <a:t>1.  Guardamos el momento exacto en que ocurrió el último pulso en una variable (`ultimoPulso`).</a:t>
            </a:r>
          </a:p>
          <a:p>
            <a:pPr/>
            <a:r>
              <a:rPr sz="1100"/>
              <a:t>2.  En un bucle que se ejecuta muy, muy rápido, constantemente calculamos el tiempo que ha pasado y lo guardamos con nombre propio: `tiempoTranscurrido = milisegundos − ultimoPulso`.</a:t>
            </a:r>
          </a:p>
          <a:p>
            <a:pPr/>
            <a:r>
              <a:rPr sz="1100"/>
              <a:t>3.  </a:t>
            </a:r>
            <a:r>
              <a:rPr sz="1100" b="1"/>
              <a:t>SI</a:t>
            </a:r>
            <a:r>
              <a:rPr sz="1100"/>
              <a:t> ese `tiempoTranscurrido` es </a:t>
            </a:r>
            <a:r>
              <a:rPr sz="1100" b="1"/>
              <a:t>mayor</a:t>
            </a:r>
            <a:r>
              <a:rPr sz="1100"/>
              <a:t> que nuestro `intervaloPulso` deseado — `si (tiempoTranscurrido &gt; intervaloPulso)` —, ¡sabemos que es hora de un nuevo pulso!</a:t>
            </a:r>
          </a:p>
          <a:p>
            <a:pPr/>
            <a:r>
              <a:rPr sz="1100"/>
              <a:t>4.  Cuando ocurre el pulso, el paso más importante es </a:t>
            </a:r>
            <a:r>
              <a:rPr sz="1100" b="1"/>
              <a:t>actualizar `ultimoPulso` al valor de `milisegundos`</a:t>
            </a:r>
            <a:r>
              <a:rPr sz="1100"/>
              <a:t>, lo que efectivamente "reinicia" el cronómetro para el siguiente pulso.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Las Matemáticas del Ritmo</a:t>
            </a:r>
          </a:p>
        </p:txBody>
      </p:sp>
      <p:pic>
        <p:nvPicPr>
          <p:cNvPr id="3" name="Picture Placeholder 2" descr="src_22.1-dj-metronome_d-interval-formula.es.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1600"/>
              <a:t>Para que nuestra lógica de tiempo funcione, necesitamos calcular el intervalo correcto a partir de los BPM. La fórmula es simple. Sabiendo que hay 60 segundos en un minuto y 1000 milisegundos en un segundo, hay 60.000 milisegundos en un minuto.</a:t>
            </a:r>
          </a:p>
          <a:p>
            <a:r>
              <a:rPr sz="1600"/>
              <a:t/>
            </a:r>
            <a:r>
              <a:rPr sz="1600" b="1"/>
              <a:t>`Intervalo (en milisegundos) = 60000 / BPM`</a:t>
            </a:r>
            <a:r>
              <a:rPr sz="1600"/>
              <a:t/>
            </a:r>
          </a:p>
          <a:p>
            <a:r>
              <a:rPr sz="1600"/>
              <a:t>Usaremos esta fórmula para traducir el tempo que leemos del sensor a la pausa precisa que nuestro programa necesita.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Crear</a:t>
            </a:r>
          </a:p>
        </p:txBody>
      </p:sp>
      <p:sp>
        <p:nvSpPr>
          <p:cNvPr id="3" name="Text Placeholder 2"/>
          <p:cNvSpPr>
            <a:spLocks noGrp="1"/>
          </p:cNvSpPr>
          <p:nvPr>
            <p:ph type="body" idx="12" sz="quarter"/>
          </p:nvPr>
        </p:nvSpPr>
        <p:spPr/>
        <p:txBody>
          <a:bodyPr wrap="square">
            <a:normAutofit/>
          </a:bodyPr>
          <a:lstStyle/>
          <a:p>
            <a:r>
              <a:rPr sz="3000"/>
              <a:t>Necesitaremos 2 componentes: </a:t>
            </a:r>
            <a:r>
              <a:rPr sz="3000" b="1"/>
              <a:t>Inclinación</a:t>
            </a:r>
            <a:r>
              <a:rPr sz="3000"/>
              <a:t> para controlar los BPM y </a:t>
            </a:r>
            <a:r>
              <a:rPr sz="3000" b="1"/>
              <a:t>TecladoMusical</a:t>
            </a:r>
            <a:r>
              <a:rPr sz="3000"/>
              <a:t> para el tic del pulso.</a:t>
            </a:r>
          </a:p>
          <a:p>
            <a:r>
              <a:rPr sz="3000"/>
              <a:t>Recuerda escanear o abrir todos los componentes.</a:t>
            </a:r>
          </a:p>
        </p:txBody>
      </p:sp>
      <p:sp>
        <p:nvSpPr>
          <p:cNvPr id="4" name="Chart Placeholder 3"/>
          <p:cNvSpPr>
            <a:spLocks noGrp="1"/>
          </p:cNvSpPr>
          <p:nvPr>
            <p:ph type="chart" idx="14" sz="quarter"/>
          </p:nvPr>
        </p:nvSpPr>
        <p:spPr/>
        <p:txBody>
          <a:bodyPr/>
          <a:p>
            <a:r>
              <a:rPr sz="1400"/>
              <a:t>¡A construir el metrónomo de DJ!</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Composición del Código</a:t>
            </a:r>
          </a:p>
        </p:txBody>
      </p:sp>
      <p:pic>
        <p:nvPicPr>
          <p:cNvPr id="3" name="Picture Placeholder 2" descr="screenshot_afcb8a5046046516c6e6027631737b50.png"/>
          <p:cNvPicPr>
            <a:picLocks noGrp="1" noChangeAspect="1"/>
          </p:cNvPicPr>
          <p:nvPr>
            <p:ph type="pic" idx="11" sz="quarter"/>
          </p:nvPr>
        </p:nvPicPr>
        <p:blipFill>
          <a:blip r:embed="rId3"/>
          <a:srcRect/>
          <a:stretch>
            <a:fillRect/>
          </a:stretch>
        </p:blipFill>
        <p:spPr>
          <a:xfrm>
            <a:off x="598014" y="2447348"/>
            <a:ext cx="7056592" cy="4072184"/>
          </a:xfrm>
        </p:spPr>
      </p:pic>
      <p:sp>
        <p:nvSpPr>
          <p:cNvPr id="4" name="Text Placeholder 3"/>
          <p:cNvSpPr>
            <a:spLocks noGrp="1"/>
          </p:cNvSpPr>
          <p:nvPr>
            <p:ph type="body" idx="12" sz="quarter"/>
          </p:nvPr>
        </p:nvSpPr>
        <p:spPr/>
        <p:txBody>
          <a:bodyPr wrap="square">
            <a:normAutofit/>
          </a:bodyPr>
          <a:lstStyle/>
          <a:p>
            <a:r>
              <a:rPr sz="1800"/>
              <a:t>Dentro del `bucle principal`, primero mapeamos la inclinación a un rango de `bpm`.</a:t>
            </a:r>
          </a:p>
        </p:txBody>
      </p:sp>
      <p:sp>
        <p:nvSpPr>
          <p:cNvPr id="5" name="Chart Placeholder 4"/>
          <p:cNvSpPr>
            <a:spLocks noGrp="1"/>
          </p:cNvSpPr>
          <p:nvPr>
            <p:ph type="chart" idx="14" sz="quarter"/>
          </p:nvPr>
        </p:nvSpPr>
        <p:spPr/>
        <p:txBody>
          <a:bodyPr/>
          <a:p>
            <a:r>
              <a:rPr u="sng">
                <a:solidFill>
                  <a:srgbClr val="0000FF"/>
                </a:solidFill>
                <a:hlinkClick r:id="rId4"/>
              </a:rPr>
              <a:t>Ver el programa completo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Reflexiona</a:t>
            </a:r>
          </a:p>
        </p:txBody>
      </p:sp>
      <p:sp>
        <p:nvSpPr>
          <p:cNvPr id="4" name="Content Placeholder 3"/>
          <p:cNvSpPr>
            <a:spLocks noGrp="1"/>
          </p:cNvSpPr>
          <p:nvPr>
            <p:ph idx="1"/>
          </p:nvPr>
        </p:nvSpPr>
        <p:spPr/>
        <p:txBody>
          <a:bodyPr wrap="square">
            <a:normAutofit/>
          </a:bodyPr>
          <a:lstStyle/>
          <a:p>
            <a:r>
              <a:rPr sz="2500"/>
              <a:t>Explica con tus palabras por qué usamos esta lógica de tiempo con variables y milisegundos en lugar de un simple bloque `esperar`.</a:t>
            </a:r>
          </a:p>
          <a:p>
            <a:r>
              <a:rPr sz="2500"/>
              <a:t>La fórmula para el intervalo es `60000 / BPM`. Si los BPM son 60, ¿cuál es el intervalo? ¿Y si los BPM son 120? ¿El resultado matemático tiene sentido en el mundo real?</a:t>
            </a:r>
          </a:p>
          <a:p>
            <a:r>
              <a:rPr sz="2500"/>
              <a:t>¿Qué crees que pasaría si te olvidaras de actualizar la variable `ultimoPulso` dentro del bloque `si`?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Desafío</a:t>
            </a:r>
          </a:p>
        </p:txBody>
      </p:sp>
      <p:pic>
        <p:nvPicPr>
          <p:cNvPr id="3" name="Picture Placeholder 2" descr="src_22.1-dj-metronome_e-pulse-light.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1900"/>
              <a:t>¡Añade un control visual! ¿Puedes hacer que una luz parpadee al ritmo del metrónomo? </a:t>
            </a:r>
            <a:r>
              <a:rPr sz="1900" b="1"/>
              <a:t>Pista</a:t>
            </a:r>
            <a:r>
              <a:rPr sz="1900"/>
              <a:t>: Añade un componente </a:t>
            </a:r>
            <a:r>
              <a:rPr sz="1900" b="1"/>
              <a:t>Lámpara</a:t>
            </a:r>
            <a:r>
              <a:rPr sz="1900"/>
              <a:t>. Necesitarías encenderla justo cuando suena el pulso, pero también encontrar una manera de apagarla un poco después sin usar un bloque `esperar` que detenga el programa.</a:t>
            </a:r>
          </a:p>
        </p:txBody>
      </p:sp>
    </p:spTree>
  </p:cSld>
  <p:clrMapOvr>
    <a:masterClrMapping/>
  </p:clrMapOvr>
</p:sld>
</file>

<file path=ppt/theme/theme1.xml><?xml version="1.0" encoding="utf-8"?>
<a:theme xmlns:a="http://schemas.openxmlformats.org/drawingml/2006/main" name="Office Theme">
  <a:themeElements>
    <a:clrScheme name="Custom 2">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FFFFF"/>
      </a:hlink>
      <a:folHlink>
        <a:srgbClr val="FFFF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229</TotalTime>
  <Words>58</Words>
  <Application>Microsoft Office PowerPoint</Application>
  <PresentationFormat>Widescreen</PresentationFormat>
  <Paragraphs>11</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Segoe UI</vt:lpstr>
      <vt:lpstr>Segoe UI Black</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Alessio Bellino</dc:creator>
  <cp:lastModifiedBy>Alessio Bellino</cp:lastModifiedBy>
  <cp:revision>41</cp:revision>
  <dcterms:created xsi:type="dcterms:W3CDTF">2025-08-23T17:03:52Z</dcterms:created>
  <dcterms:modified xsi:type="dcterms:W3CDTF">2025-09-03T15:49:53Z</dcterms:modified>
</cp:coreProperties>
</file>