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9"/>
    <p:sldId id="258" r:id="rId11"/>
    <p:sldId id="259" r:id="rId12"/>
    <p:sldId id="260" r:id="rId13"/>
    <p:sldId id="261" r:id="rId14"/>
    <p:sldId id="262" r:id="rId15"/>
    <p:sldId id="263"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38CA"/>
    <a:srgbClr val="1D4ED8"/>
    <a:srgbClr val="A551F4"/>
    <a:srgbClr val="FFFFFF"/>
    <a:srgbClr val="A16207"/>
    <a:srgbClr val="000000"/>
    <a:srgbClr val="FACC15"/>
    <a:srgbClr val="FFC93C"/>
    <a:srgbClr val="0575B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D7F994-7B23-4B30-9E0D-141B518001FB}" v="23" dt="2025-09-03T15:49:48.4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55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microsoft.com/office/2016/11/relationships/changesInfo" Target="changesInfos/changesInfo1.xml"/><Relationship Id="rId8" Type="http://schemas.microsoft.com/office/2015/10/relationships/revisionInfo" Target="revisionInfo.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ssio Bellino" userId="4d67f9ee-b7e6-436d-9ca9-011d058f5ab9" providerId="ADAL" clId="{D6D7F994-7B23-4B30-9E0D-141B518001FB}"/>
    <pc:docChg chg="undo custSel delSld modMainMaster">
      <pc:chgData name="Alessio Bellino" userId="4d67f9ee-b7e6-436d-9ca9-011d058f5ab9" providerId="ADAL" clId="{D6D7F994-7B23-4B30-9E0D-141B518001FB}" dt="2025-09-03T15:49:48.493" v="146" actId="404"/>
      <pc:docMkLst>
        <pc:docMk/>
      </pc:docMkLst>
      <pc:sldChg chg="del">
        <pc:chgData name="Alessio Bellino" userId="4d67f9ee-b7e6-436d-9ca9-011d058f5ab9" providerId="ADAL" clId="{D6D7F994-7B23-4B30-9E0D-141B518001FB}" dt="2025-08-27T01:13:29.985" v="83" actId="47"/>
        <pc:sldMkLst>
          <pc:docMk/>
          <pc:sldMk cId="1091577834" sldId="256"/>
        </pc:sldMkLst>
      </pc:sldChg>
      <pc:sldChg chg="del">
        <pc:chgData name="Alessio Bellino" userId="4d67f9ee-b7e6-436d-9ca9-011d058f5ab9" providerId="ADAL" clId="{D6D7F994-7B23-4B30-9E0D-141B518001FB}" dt="2025-08-27T01:13:28.949" v="82" actId="47"/>
        <pc:sldMkLst>
          <pc:docMk/>
          <pc:sldMk cId="0" sldId="257"/>
        </pc:sldMkLst>
      </pc:sldChg>
      <pc:sldChg chg="del">
        <pc:chgData name="Alessio Bellino" userId="4d67f9ee-b7e6-436d-9ca9-011d058f5ab9" providerId="ADAL" clId="{D6D7F994-7B23-4B30-9E0D-141B518001FB}" dt="2025-08-27T01:13:25.571" v="81" actId="47"/>
        <pc:sldMkLst>
          <pc:docMk/>
          <pc:sldMk cId="0" sldId="258"/>
        </pc:sldMkLst>
      </pc:sldChg>
      <pc:sldChg chg="del">
        <pc:chgData name="Alessio Bellino" userId="4d67f9ee-b7e6-436d-9ca9-011d058f5ab9" providerId="ADAL" clId="{D6D7F994-7B23-4B30-9E0D-141B518001FB}" dt="2025-08-27T01:13:25.571" v="81" actId="47"/>
        <pc:sldMkLst>
          <pc:docMk/>
          <pc:sldMk cId="0" sldId="259"/>
        </pc:sldMkLst>
      </pc:sldChg>
      <pc:sldChg chg="del">
        <pc:chgData name="Alessio Bellino" userId="4d67f9ee-b7e6-436d-9ca9-011d058f5ab9" providerId="ADAL" clId="{D6D7F994-7B23-4B30-9E0D-141B518001FB}" dt="2025-08-27T01:13:25.571" v="81" actId="47"/>
        <pc:sldMkLst>
          <pc:docMk/>
          <pc:sldMk cId="0" sldId="260"/>
        </pc:sldMkLst>
      </pc:sldChg>
      <pc:sldChg chg="del">
        <pc:chgData name="Alessio Bellino" userId="4d67f9ee-b7e6-436d-9ca9-011d058f5ab9" providerId="ADAL" clId="{D6D7F994-7B23-4B30-9E0D-141B518001FB}" dt="2025-08-27T01:13:25.571" v="81" actId="47"/>
        <pc:sldMkLst>
          <pc:docMk/>
          <pc:sldMk cId="0" sldId="261"/>
        </pc:sldMkLst>
      </pc:sldChg>
      <pc:sldChg chg="del">
        <pc:chgData name="Alessio Bellino" userId="4d67f9ee-b7e6-436d-9ca9-011d058f5ab9" providerId="ADAL" clId="{D6D7F994-7B23-4B30-9E0D-141B518001FB}" dt="2025-08-27T01:13:25.571" v="81" actId="47"/>
        <pc:sldMkLst>
          <pc:docMk/>
          <pc:sldMk cId="0" sldId="262"/>
        </pc:sldMkLst>
      </pc:sldChg>
      <pc:sldChg chg="del">
        <pc:chgData name="Alessio Bellino" userId="4d67f9ee-b7e6-436d-9ca9-011d058f5ab9" providerId="ADAL" clId="{D6D7F994-7B23-4B30-9E0D-141B518001FB}" dt="2025-08-27T01:13:25.571" v="81" actId="47"/>
        <pc:sldMkLst>
          <pc:docMk/>
          <pc:sldMk cId="0" sldId="263"/>
        </pc:sldMkLst>
      </pc:sldChg>
      <pc:sldChg chg="del">
        <pc:chgData name="Alessio Bellino" userId="4d67f9ee-b7e6-436d-9ca9-011d058f5ab9" providerId="ADAL" clId="{D6D7F994-7B23-4B30-9E0D-141B518001FB}" dt="2025-08-27T01:13:25.571" v="81" actId="47"/>
        <pc:sldMkLst>
          <pc:docMk/>
          <pc:sldMk cId="0" sldId="264"/>
        </pc:sldMkLst>
      </pc:sldChg>
      <pc:sldChg chg="del">
        <pc:chgData name="Alessio Bellino" userId="4d67f9ee-b7e6-436d-9ca9-011d058f5ab9" providerId="ADAL" clId="{D6D7F994-7B23-4B30-9E0D-141B518001FB}" dt="2025-08-27T01:13:25.571" v="81" actId="47"/>
        <pc:sldMkLst>
          <pc:docMk/>
          <pc:sldMk cId="0" sldId="265"/>
        </pc:sldMkLst>
      </pc:sldChg>
      <pc:sldChg chg="del">
        <pc:chgData name="Alessio Bellino" userId="4d67f9ee-b7e6-436d-9ca9-011d058f5ab9" providerId="ADAL" clId="{D6D7F994-7B23-4B30-9E0D-141B518001FB}" dt="2025-08-27T01:13:25.571" v="81" actId="47"/>
        <pc:sldMkLst>
          <pc:docMk/>
          <pc:sldMk cId="0" sldId="266"/>
        </pc:sldMkLst>
      </pc:sldChg>
      <pc:sldChg chg="del">
        <pc:chgData name="Alessio Bellino" userId="4d67f9ee-b7e6-436d-9ca9-011d058f5ab9" providerId="ADAL" clId="{D6D7F994-7B23-4B30-9E0D-141B518001FB}" dt="2025-08-27T01:13:25.571" v="81" actId="47"/>
        <pc:sldMkLst>
          <pc:docMk/>
          <pc:sldMk cId="0" sldId="267"/>
        </pc:sldMkLst>
      </pc:sldChg>
      <pc:sldChg chg="del">
        <pc:chgData name="Alessio Bellino" userId="4d67f9ee-b7e6-436d-9ca9-011d058f5ab9" providerId="ADAL" clId="{D6D7F994-7B23-4B30-9E0D-141B518001FB}" dt="2025-08-27T01:13:25.571" v="81" actId="47"/>
        <pc:sldMkLst>
          <pc:docMk/>
          <pc:sldMk cId="0" sldId="268"/>
        </pc:sldMkLst>
      </pc:sldChg>
      <pc:sldMasterChg chg="modSldLayout">
        <pc:chgData name="Alessio Bellino" userId="4d67f9ee-b7e6-436d-9ca9-011d058f5ab9" providerId="ADAL" clId="{D6D7F994-7B23-4B30-9E0D-141B518001FB}" dt="2025-09-03T15:49:48.493" v="146" actId="404"/>
        <pc:sldMasterMkLst>
          <pc:docMk/>
          <pc:sldMasterMk cId="661577070" sldId="2147483648"/>
        </pc:sldMasterMkLst>
        <pc:sldLayoutChg chg="modSp mod">
          <pc:chgData name="Alessio Bellino" userId="4d67f9ee-b7e6-436d-9ca9-011d058f5ab9" providerId="ADAL" clId="{D6D7F994-7B23-4B30-9E0D-141B518001FB}" dt="2025-09-03T15:49:04.125" v="130" actId="403"/>
          <pc:sldLayoutMkLst>
            <pc:docMk/>
            <pc:sldMasterMk cId="661577070" sldId="2147483648"/>
            <pc:sldLayoutMk cId="552119573" sldId="2147483649"/>
          </pc:sldLayoutMkLst>
          <pc:spChg chg="mod">
            <ac:chgData name="Alessio Bellino" userId="4d67f9ee-b7e6-436d-9ca9-011d058f5ab9" providerId="ADAL" clId="{D6D7F994-7B23-4B30-9E0D-141B518001FB}" dt="2025-09-03T15:49:04.125" v="130" actId="403"/>
            <ac:spMkLst>
              <pc:docMk/>
              <pc:sldMasterMk cId="661577070" sldId="2147483648"/>
              <pc:sldLayoutMk cId="552119573" sldId="2147483649"/>
              <ac:spMk id="2" creationId="{F452E439-A5BF-EE24-C08E-1F9F20701E7E}"/>
            </ac:spMkLst>
          </pc:spChg>
          <pc:spChg chg="mod">
            <ac:chgData name="Alessio Bellino" userId="4d67f9ee-b7e6-436d-9ca9-011d058f5ab9" providerId="ADAL" clId="{D6D7F994-7B23-4B30-9E0D-141B518001FB}" dt="2025-09-03T15:29:12.824" v="119" actId="1035"/>
            <ac:spMkLst>
              <pc:docMk/>
              <pc:sldMasterMk cId="661577070" sldId="2147483648"/>
              <pc:sldLayoutMk cId="552119573" sldId="2147483649"/>
              <ac:spMk id="7" creationId="{D9290BF2-0C25-514A-9D89-51E5C7543451}"/>
            </ac:spMkLst>
          </pc:spChg>
        </pc:sldLayoutChg>
        <pc:sldLayoutChg chg="modSp mod">
          <pc:chgData name="Alessio Bellino" userId="4d67f9ee-b7e6-436d-9ca9-011d058f5ab9" providerId="ADAL" clId="{D6D7F994-7B23-4B30-9E0D-141B518001FB}" dt="2025-09-03T15:48:48.805" v="127" actId="404"/>
          <pc:sldLayoutMkLst>
            <pc:docMk/>
            <pc:sldMasterMk cId="661577070" sldId="2147483648"/>
            <pc:sldLayoutMk cId="1168460104" sldId="2147483656"/>
          </pc:sldLayoutMkLst>
          <pc:spChg chg="mod">
            <ac:chgData name="Alessio Bellino" userId="4d67f9ee-b7e6-436d-9ca9-011d058f5ab9" providerId="ADAL" clId="{D6D7F994-7B23-4B30-9E0D-141B518001FB}" dt="2025-09-03T15:48:48.805" v="127" actId="404"/>
            <ac:spMkLst>
              <pc:docMk/>
              <pc:sldMasterMk cId="661577070" sldId="2147483648"/>
              <pc:sldLayoutMk cId="1168460104" sldId="2147483656"/>
              <ac:spMk id="2" creationId="{D7FA4241-75AB-E168-9F15-606C0FA2D9CB}"/>
            </ac:spMkLst>
          </pc:spChg>
          <pc:spChg chg="mod">
            <ac:chgData name="Alessio Bellino" userId="4d67f9ee-b7e6-436d-9ca9-011d058f5ab9" providerId="ADAL" clId="{D6D7F994-7B23-4B30-9E0D-141B518001FB}" dt="2025-09-03T15:29:29.320" v="121" actId="207"/>
            <ac:spMkLst>
              <pc:docMk/>
              <pc:sldMasterMk cId="661577070" sldId="2147483648"/>
              <pc:sldLayoutMk cId="1168460104" sldId="2147483656"/>
              <ac:spMk id="4" creationId="{A9CE6CAF-4FD0-1FA1-1965-C06A9FCE86EB}"/>
            </ac:spMkLst>
          </pc:spChg>
        </pc:sldLayoutChg>
        <pc:sldLayoutChg chg="modSp mod">
          <pc:chgData name="Alessio Bellino" userId="4d67f9ee-b7e6-436d-9ca9-011d058f5ab9" providerId="ADAL" clId="{D6D7F994-7B23-4B30-9E0D-141B518001FB}" dt="2025-09-03T15:49:12.616" v="132" actId="404"/>
          <pc:sldLayoutMkLst>
            <pc:docMk/>
            <pc:sldMasterMk cId="661577070" sldId="2147483648"/>
            <pc:sldLayoutMk cId="892857456" sldId="2147483657"/>
          </pc:sldLayoutMkLst>
          <pc:spChg chg="mod">
            <ac:chgData name="Alessio Bellino" userId="4d67f9ee-b7e6-436d-9ca9-011d058f5ab9" providerId="ADAL" clId="{D6D7F994-7B23-4B30-9E0D-141B518001FB}" dt="2025-09-03T15:49:12.616" v="132" actId="404"/>
            <ac:spMkLst>
              <pc:docMk/>
              <pc:sldMasterMk cId="661577070" sldId="2147483648"/>
              <pc:sldLayoutMk cId="892857456" sldId="2147483657"/>
              <ac:spMk id="2" creationId="{D7FA4241-75AB-E168-9F15-606C0FA2D9CB}"/>
            </ac:spMkLst>
          </pc:spChg>
          <pc:spChg chg="mod">
            <ac:chgData name="Alessio Bellino" userId="4d67f9ee-b7e6-436d-9ca9-011d058f5ab9" providerId="ADAL" clId="{D6D7F994-7B23-4B30-9E0D-141B518001FB}" dt="2025-09-03T15:29:23.023" v="120" actId="207"/>
            <ac:spMkLst>
              <pc:docMk/>
              <pc:sldMasterMk cId="661577070" sldId="2147483648"/>
              <pc:sldLayoutMk cId="892857456" sldId="2147483657"/>
              <ac:spMk id="4" creationId="{A9CE6CAF-4FD0-1FA1-1965-C06A9FCE86EB}"/>
            </ac:spMkLst>
          </pc:spChg>
        </pc:sldLayoutChg>
        <pc:sldLayoutChg chg="modSp mod">
          <pc:chgData name="Alessio Bellino" userId="4d67f9ee-b7e6-436d-9ca9-011d058f5ab9" providerId="ADAL" clId="{D6D7F994-7B23-4B30-9E0D-141B518001FB}" dt="2025-09-03T15:49:21.285" v="134" actId="404"/>
          <pc:sldLayoutMkLst>
            <pc:docMk/>
            <pc:sldMasterMk cId="661577070" sldId="2147483648"/>
            <pc:sldLayoutMk cId="2348620504" sldId="2147483658"/>
          </pc:sldLayoutMkLst>
          <pc:spChg chg="mod">
            <ac:chgData name="Alessio Bellino" userId="4d67f9ee-b7e6-436d-9ca9-011d058f5ab9" providerId="ADAL" clId="{D6D7F994-7B23-4B30-9E0D-141B518001FB}" dt="2025-09-03T15:49:21.285" v="134" actId="404"/>
            <ac:spMkLst>
              <pc:docMk/>
              <pc:sldMasterMk cId="661577070" sldId="2147483648"/>
              <pc:sldLayoutMk cId="2348620504" sldId="2147483658"/>
              <ac:spMk id="2" creationId="{D7FA4241-75AB-E168-9F15-606C0FA2D9CB}"/>
            </ac:spMkLst>
          </pc:spChg>
          <pc:spChg chg="mod">
            <ac:chgData name="Alessio Bellino" userId="4d67f9ee-b7e6-436d-9ca9-011d058f5ab9" providerId="ADAL" clId="{D6D7F994-7B23-4B30-9E0D-141B518001FB}" dt="2025-09-03T15:29:01.370" v="113" actId="207"/>
            <ac:spMkLst>
              <pc:docMk/>
              <pc:sldMasterMk cId="661577070" sldId="2147483648"/>
              <pc:sldLayoutMk cId="2348620504" sldId="2147483658"/>
              <ac:spMk id="4" creationId="{A9CE6CAF-4FD0-1FA1-1965-C06A9FCE86EB}"/>
            </ac:spMkLst>
          </pc:spChg>
        </pc:sldLayoutChg>
        <pc:sldLayoutChg chg="addSp delSp modSp mod">
          <pc:chgData name="Alessio Bellino" userId="4d67f9ee-b7e6-436d-9ca9-011d058f5ab9" providerId="ADAL" clId="{D6D7F994-7B23-4B30-9E0D-141B518001FB}" dt="2025-09-03T15:49:28.125" v="136" actId="404"/>
          <pc:sldLayoutMkLst>
            <pc:docMk/>
            <pc:sldMasterMk cId="661577070" sldId="2147483648"/>
            <pc:sldLayoutMk cId="1471266884" sldId="2147483659"/>
          </pc:sldLayoutMkLst>
          <pc:spChg chg="mod">
            <ac:chgData name="Alessio Bellino" userId="4d67f9ee-b7e6-436d-9ca9-011d058f5ab9" providerId="ADAL" clId="{D6D7F994-7B23-4B30-9E0D-141B518001FB}" dt="2025-09-03T15:49:28.125" v="136" actId="404"/>
            <ac:spMkLst>
              <pc:docMk/>
              <pc:sldMasterMk cId="661577070" sldId="2147483648"/>
              <pc:sldLayoutMk cId="1471266884" sldId="2147483659"/>
              <ac:spMk id="2" creationId="{D7FA4241-75AB-E168-9F15-606C0FA2D9CB}"/>
            </ac:spMkLst>
          </pc:spChg>
          <pc:spChg chg="add mod">
            <ac:chgData name="Alessio Bellino" userId="4d67f9ee-b7e6-436d-9ca9-011d058f5ab9" providerId="ADAL" clId="{D6D7F994-7B23-4B30-9E0D-141B518001FB}" dt="2025-08-27T01:11:08.780" v="46" actId="1035"/>
            <ac:spMkLst>
              <pc:docMk/>
              <pc:sldMasterMk cId="661577070" sldId="2147483648"/>
              <pc:sldLayoutMk cId="1471266884" sldId="2147483659"/>
              <ac:spMk id="3" creationId="{F876292C-B4E7-FCE3-1E74-154C919298A3}"/>
            </ac:spMkLst>
          </pc:spChg>
          <pc:spChg chg="mod">
            <ac:chgData name="Alessio Bellino" userId="4d67f9ee-b7e6-436d-9ca9-011d058f5ab9" providerId="ADAL" clId="{D6D7F994-7B23-4B30-9E0D-141B518001FB}" dt="2025-09-03T15:29:00.979" v="112" actId="207"/>
            <ac:spMkLst>
              <pc:docMk/>
              <pc:sldMasterMk cId="661577070" sldId="2147483648"/>
              <pc:sldLayoutMk cId="1471266884" sldId="2147483659"/>
              <ac:spMk id="4" creationId="{A9CE6CAF-4FD0-1FA1-1965-C06A9FCE86EB}"/>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5" creationId="{6F44FAD5-85C0-5126-BEBB-39AE90164067}"/>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6" creationId="{5E15C401-2708-BE2C-313C-6E972121150A}"/>
            </ac:spMkLst>
          </pc:spChg>
          <pc:spChg chg="mod">
            <ac:chgData name="Alessio Bellino" userId="4d67f9ee-b7e6-436d-9ca9-011d058f5ab9" providerId="ADAL" clId="{D6D7F994-7B23-4B30-9E0D-141B518001FB}" dt="2025-08-27T01:11:08.780" v="46" actId="1035"/>
            <ac:spMkLst>
              <pc:docMk/>
              <pc:sldMasterMk cId="661577070" sldId="2147483648"/>
              <pc:sldLayoutMk cId="1471266884" sldId="2147483659"/>
              <ac:spMk id="10" creationId="{7EE5EA41-8A93-19E6-0938-921548C16043}"/>
            </ac:spMkLst>
          </pc:spChg>
          <pc:spChg chg="mod">
            <ac:chgData name="Alessio Bellino" userId="4d67f9ee-b7e6-436d-9ca9-011d058f5ab9" providerId="ADAL" clId="{D6D7F994-7B23-4B30-9E0D-141B518001FB}" dt="2025-08-27T01:11:37.001" v="74" actId="14100"/>
            <ac:spMkLst>
              <pc:docMk/>
              <pc:sldMasterMk cId="661577070" sldId="2147483648"/>
              <pc:sldLayoutMk cId="1471266884" sldId="2147483659"/>
              <ac:spMk id="13" creationId="{33A5CA17-0E07-7C00-D057-B222092BBE90}"/>
            </ac:spMkLst>
          </pc:spChg>
        </pc:sldLayoutChg>
        <pc:sldLayoutChg chg="addSp delSp modSp mod">
          <pc:chgData name="Alessio Bellino" userId="4d67f9ee-b7e6-436d-9ca9-011d058f5ab9" providerId="ADAL" clId="{D6D7F994-7B23-4B30-9E0D-141B518001FB}" dt="2025-09-03T15:48:58.086" v="129" actId="403"/>
          <pc:sldLayoutMkLst>
            <pc:docMk/>
            <pc:sldMasterMk cId="661577070" sldId="2147483648"/>
            <pc:sldLayoutMk cId="1862163226" sldId="2147483660"/>
          </pc:sldLayoutMkLst>
          <pc:spChg chg="mod">
            <ac:chgData name="Alessio Bellino" userId="4d67f9ee-b7e6-436d-9ca9-011d058f5ab9" providerId="ADAL" clId="{D6D7F994-7B23-4B30-9E0D-141B518001FB}" dt="2025-09-03T15:48:58.086" v="129" actId="403"/>
            <ac:spMkLst>
              <pc:docMk/>
              <pc:sldMasterMk cId="661577070" sldId="2147483648"/>
              <pc:sldLayoutMk cId="1862163226" sldId="2147483660"/>
              <ac:spMk id="2" creationId="{F452E439-A5BF-EE24-C08E-1F9F20701E7E}"/>
            </ac:spMkLst>
          </pc:spChg>
          <pc:spChg chg="mod">
            <ac:chgData name="Alessio Bellino" userId="4d67f9ee-b7e6-436d-9ca9-011d058f5ab9" providerId="ADAL" clId="{D6D7F994-7B23-4B30-9E0D-141B518001FB}" dt="2025-09-03T15:29:32.545" v="122" actId="207"/>
            <ac:spMkLst>
              <pc:docMk/>
              <pc:sldMasterMk cId="661577070" sldId="2147483648"/>
              <pc:sldLayoutMk cId="1862163226" sldId="2147483660"/>
              <ac:spMk id="7" creationId="{D9290BF2-0C25-514A-9D89-51E5C7543451}"/>
            </ac:spMkLst>
          </pc:spChg>
        </pc:sldLayoutChg>
        <pc:sldLayoutChg chg="modSp mod">
          <pc:chgData name="Alessio Bellino" userId="4d67f9ee-b7e6-436d-9ca9-011d058f5ab9" providerId="ADAL" clId="{D6D7F994-7B23-4B30-9E0D-141B518001FB}" dt="2025-09-03T15:49:36.430" v="140" actId="404"/>
          <pc:sldLayoutMkLst>
            <pc:docMk/>
            <pc:sldMasterMk cId="661577070" sldId="2147483648"/>
            <pc:sldLayoutMk cId="4274332006" sldId="2147483661"/>
          </pc:sldLayoutMkLst>
          <pc:spChg chg="mod">
            <ac:chgData name="Alessio Bellino" userId="4d67f9ee-b7e6-436d-9ca9-011d058f5ab9" providerId="ADAL" clId="{D6D7F994-7B23-4B30-9E0D-141B518001FB}" dt="2025-09-03T15:49:36.430" v="140" actId="404"/>
            <ac:spMkLst>
              <pc:docMk/>
              <pc:sldMasterMk cId="661577070" sldId="2147483648"/>
              <pc:sldLayoutMk cId="4274332006" sldId="2147483661"/>
              <ac:spMk id="2" creationId="{D7FA4241-75AB-E168-9F15-606C0FA2D9CB}"/>
            </ac:spMkLst>
          </pc:spChg>
          <pc:spChg chg="mod">
            <ac:chgData name="Alessio Bellino" userId="4d67f9ee-b7e6-436d-9ca9-011d058f5ab9" providerId="ADAL" clId="{D6D7F994-7B23-4B30-9E0D-141B518001FB}" dt="2025-09-03T15:29:00.051" v="110" actId="207"/>
            <ac:spMkLst>
              <pc:docMk/>
              <pc:sldMasterMk cId="661577070" sldId="2147483648"/>
              <pc:sldLayoutMk cId="4274332006" sldId="2147483661"/>
              <ac:spMk id="6" creationId="{A414259A-EE28-0473-21CE-0257CE7539E5}"/>
            </ac:spMkLst>
          </pc:spChg>
        </pc:sldLayoutChg>
        <pc:sldLayoutChg chg="modSp mod">
          <pc:chgData name="Alessio Bellino" userId="4d67f9ee-b7e6-436d-9ca9-011d058f5ab9" providerId="ADAL" clId="{D6D7F994-7B23-4B30-9E0D-141B518001FB}" dt="2025-09-03T15:49:33.029" v="138" actId="404"/>
          <pc:sldLayoutMkLst>
            <pc:docMk/>
            <pc:sldMasterMk cId="661577070" sldId="2147483648"/>
            <pc:sldLayoutMk cId="708463557" sldId="2147483662"/>
          </pc:sldLayoutMkLst>
          <pc:spChg chg="mod">
            <ac:chgData name="Alessio Bellino" userId="4d67f9ee-b7e6-436d-9ca9-011d058f5ab9" providerId="ADAL" clId="{D6D7F994-7B23-4B30-9E0D-141B518001FB}" dt="2025-09-03T15:49:33.029" v="138" actId="404"/>
            <ac:spMkLst>
              <pc:docMk/>
              <pc:sldMasterMk cId="661577070" sldId="2147483648"/>
              <pc:sldLayoutMk cId="708463557" sldId="2147483662"/>
              <ac:spMk id="2" creationId="{D7FA4241-75AB-E168-9F15-606C0FA2D9CB}"/>
            </ac:spMkLst>
          </pc:spChg>
          <pc:spChg chg="mod">
            <ac:chgData name="Alessio Bellino" userId="4d67f9ee-b7e6-436d-9ca9-011d058f5ab9" providerId="ADAL" clId="{D6D7F994-7B23-4B30-9E0D-141B518001FB}" dt="2025-09-03T15:29:00.547" v="111" actId="207"/>
            <ac:spMkLst>
              <pc:docMk/>
              <pc:sldMasterMk cId="661577070" sldId="2147483648"/>
              <pc:sldLayoutMk cId="708463557" sldId="2147483662"/>
              <ac:spMk id="6" creationId="{A414259A-EE28-0473-21CE-0257CE7539E5}"/>
            </ac:spMkLst>
          </pc:spChg>
        </pc:sldLayoutChg>
        <pc:sldLayoutChg chg="modSp mod">
          <pc:chgData name="Alessio Bellino" userId="4d67f9ee-b7e6-436d-9ca9-011d058f5ab9" providerId="ADAL" clId="{D6D7F994-7B23-4B30-9E0D-141B518001FB}" dt="2025-09-03T15:49:48.493" v="146" actId="404"/>
          <pc:sldLayoutMkLst>
            <pc:docMk/>
            <pc:sldMasterMk cId="661577070" sldId="2147483648"/>
            <pc:sldLayoutMk cId="1162041891" sldId="2147483663"/>
          </pc:sldLayoutMkLst>
          <pc:spChg chg="mod">
            <ac:chgData name="Alessio Bellino" userId="4d67f9ee-b7e6-436d-9ca9-011d058f5ab9" providerId="ADAL" clId="{D6D7F994-7B23-4B30-9E0D-141B518001FB}" dt="2025-09-03T15:49:48.493" v="146" actId="404"/>
            <ac:spMkLst>
              <pc:docMk/>
              <pc:sldMasterMk cId="661577070" sldId="2147483648"/>
              <pc:sldLayoutMk cId="1162041891" sldId="2147483663"/>
              <ac:spMk id="2" creationId="{D7FA4241-75AB-E168-9F15-606C0FA2D9CB}"/>
            </ac:spMkLst>
          </pc:spChg>
          <pc:spChg chg="mod">
            <ac:chgData name="Alessio Bellino" userId="4d67f9ee-b7e6-436d-9ca9-011d058f5ab9" providerId="ADAL" clId="{D6D7F994-7B23-4B30-9E0D-141B518001FB}" dt="2025-09-03T15:49:46.156" v="144" actId="403"/>
            <ac:spMkLst>
              <pc:docMk/>
              <pc:sldMasterMk cId="661577070" sldId="2147483648"/>
              <pc:sldLayoutMk cId="1162041891" sldId="2147483663"/>
              <ac:spMk id="6" creationId="{A414259A-EE28-0473-21CE-0257CE7539E5}"/>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si tu programa pudiera *escuchar* el mundo que lo rodea? En esta misión, usaremos otro tipo de sensor para demostrar que la relación de datos es una idea universal. Usaremos el micrófono de tu dispositivo para capturar el nivel de ruido ambiental y lo convertiremos en una luz que se mueve en tiempo real. ¡Prepárate para crear un visualizador que se ilumina con tu voz, tus aplausos o tu música favorita!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Presiona el signo de interrogación para abrir los comentarios. En un bucle `repetir para siempre`, el programa primero borra el dibujo —para que la luz anterior no quede encendida— y luego lee el `nivel de ruido` y usa ese número para decidir la fila donde se enciende los LEDs (lo dividimos para ajustarlo al alto de la pantalla y lo limitamos entre 1 y 7 para que no se salga de la pantalla, restándolo a 7 para que se pueda mostrar desde abajo hacia arriba). ¡Más ruido significa que la luz se mueve más arriba!</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1"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p>
        </p:txBody>
      </p:sp>
      <p:sp>
        <p:nvSpPr>
          <p:cNvPr id="8" name="Rectangle: Rounded Corners 7">
            <a:extLst>
              <a:ext uri="{FF2B5EF4-FFF2-40B4-BE49-F238E27FC236}">
                <a16:creationId xmlns:a16="http://schemas.microsoft.com/office/drawing/2014/main" id="{B1EBC41C-1973-BA75-6DA5-7476F2924EA7}"/>
              </a:ext>
            </a:extLst>
          </p:cNvPr>
          <p:cNvSpPr/>
          <p:nvPr userDrawn="1"/>
        </p:nvSpPr>
        <p:spPr>
          <a:xfrm>
            <a:off x="313509" y="1384663"/>
            <a:ext cx="11529241" cy="5130437"/>
          </a:xfrm>
          <a:prstGeom prst="roundRect">
            <a:avLst>
              <a:gd name="adj" fmla="val 3565"/>
            </a:avLst>
          </a:prstGeom>
          <a:solidFill>
            <a:srgbClr val="FACC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49250" y="332438"/>
            <a:ext cx="9702800" cy="498598"/>
          </a:xfrm>
        </p:spPr>
        <p:txBody>
          <a:bodyPr lIns="0" tIns="0" rIns="0" bIns="0" anchor="ctr" anchorCtr="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Subtitle 2">
            <a:extLst>
              <a:ext uri="{FF2B5EF4-FFF2-40B4-BE49-F238E27FC236}">
                <a16:creationId xmlns:a16="http://schemas.microsoft.com/office/drawing/2014/main" id="{5B2B2810-E0CF-406E-4F44-3A1E40441DD8}"/>
              </a:ext>
            </a:extLst>
          </p:cNvPr>
          <p:cNvSpPr>
            <a:spLocks noGrp="1"/>
          </p:cNvSpPr>
          <p:nvPr>
            <p:ph type="subTitle" idx="1"/>
          </p:nvPr>
        </p:nvSpPr>
        <p:spPr>
          <a:xfrm>
            <a:off x="719394" y="3354907"/>
            <a:ext cx="2755326" cy="2828179"/>
          </a:xfrm>
        </p:spPr>
        <p:txBody>
          <a:bodyPr lIns="0" tIns="0" rIns="0" bIns="0" anchor="b" anchorCtr="0">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3684945" y="1769366"/>
            <a:ext cx="7745054" cy="4413720"/>
          </a:xfrm>
          <a:prstGeom prst="roundRect">
            <a:avLst>
              <a:gd name="adj" fmla="val 3456"/>
            </a:avLst>
          </a:prstGeom>
          <a:noFill/>
          <a:ln w="57150">
            <a:solidFill>
              <a:srgbClr val="FFFFFF"/>
            </a:solidFill>
          </a:ln>
        </p:spPr>
        <p:txBody>
          <a:bodyPr/>
          <a:lstStyle/>
          <a:p>
            <a:endParaRPr lang="en-US"/>
          </a:p>
        </p:txBody>
      </p:sp>
      <p:pic>
        <p:nvPicPr>
          <p:cNvPr id="10" name="Graphic 9">
            <a:extLst>
              <a:ext uri="{FF2B5EF4-FFF2-40B4-BE49-F238E27FC236}">
                <a16:creationId xmlns:a16="http://schemas.microsoft.com/office/drawing/2014/main" id="{AB9BB7E5-C85F-0334-276C-7C712C2ED2F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2626" y="388103"/>
            <a:ext cx="1640124" cy="369739"/>
          </a:xfrm>
          <a:prstGeom prst="rect">
            <a:avLst/>
          </a:prstGeom>
        </p:spPr>
      </p:pic>
      <p:grpSp>
        <p:nvGrpSpPr>
          <p:cNvPr id="12" name="Group 11">
            <a:extLst>
              <a:ext uri="{FF2B5EF4-FFF2-40B4-BE49-F238E27FC236}">
                <a16:creationId xmlns:a16="http://schemas.microsoft.com/office/drawing/2014/main" id="{1079A8B7-BAF0-EF58-AC85-EFDE61C90324}"/>
              </a:ext>
            </a:extLst>
          </p:cNvPr>
          <p:cNvGrpSpPr/>
          <p:nvPr userDrawn="1"/>
        </p:nvGrpSpPr>
        <p:grpSpPr>
          <a:xfrm>
            <a:off x="719394" y="1776715"/>
            <a:ext cx="1383463" cy="1317216"/>
            <a:chOff x="1784610" y="2330845"/>
            <a:chExt cx="1383463" cy="1317216"/>
          </a:xfrm>
        </p:grpSpPr>
        <p:sp>
          <p:nvSpPr>
            <p:cNvPr id="11" name="Rectangle: Rounded Corners 10">
              <a:extLst>
                <a:ext uri="{FF2B5EF4-FFF2-40B4-BE49-F238E27FC236}">
                  <a16:creationId xmlns:a16="http://schemas.microsoft.com/office/drawing/2014/main" id="{6EA8E70E-EF90-8C91-7557-6DA5901AE857}"/>
                </a:ext>
              </a:extLst>
            </p:cNvPr>
            <p:cNvSpPr/>
            <p:nvPr userDrawn="1"/>
          </p:nvSpPr>
          <p:spPr>
            <a:xfrm>
              <a:off x="1784610" y="2330845"/>
              <a:ext cx="1383463" cy="1317216"/>
            </a:xfrm>
            <a:prstGeom prst="roundRect">
              <a:avLst>
                <a:gd name="adj" fmla="val 840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a:extLst>
                <a:ext uri="{FF2B5EF4-FFF2-40B4-BE49-F238E27FC236}">
                  <a16:creationId xmlns:a16="http://schemas.microsoft.com/office/drawing/2014/main" id="{D9C78F5D-0C65-AD3C-3EA2-AE6C8BBC813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072559" y="2451078"/>
              <a:ext cx="807564" cy="1076750"/>
            </a:xfrm>
            <a:prstGeom prst="rect">
              <a:avLst/>
            </a:prstGeom>
          </p:spPr>
        </p:pic>
      </p:grpSp>
    </p:spTree>
    <p:extLst>
      <p:ext uri="{BB962C8B-B14F-4D97-AF65-F5344CB8AC3E}">
        <p14:creationId xmlns:p14="http://schemas.microsoft.com/office/powerpoint/2010/main" val="552119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at-to-d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57517" y="352860"/>
            <a:ext cx="11489043" cy="498598"/>
          </a:xfrm>
        </p:spPr>
        <p:txBody>
          <a:bodyPr wrap="square" lIns="0" tIns="0" rIns="0" bIns="0" anchor="ctr" anchorCtr="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1441138" y="1197600"/>
            <a:ext cx="9331959" cy="5318057"/>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1862163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52629" y="405753"/>
            <a:ext cx="11509172"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2468" y="2107350"/>
            <a:ext cx="7742784" cy="4412426"/>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8469867" y="2107347"/>
            <a:ext cx="3379665" cy="4412427"/>
          </a:xfrm>
          <a:prstGeom prst="roundRect">
            <a:avLst>
              <a:gd name="adj" fmla="val 4602"/>
            </a:avLst>
          </a:prstGeom>
          <a:solidFill>
            <a:srgbClr val="000000">
              <a:alpha val="5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84601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6207" y="401133"/>
            <a:ext cx="11505434"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5152" y="1376583"/>
            <a:ext cx="5483524" cy="3124928"/>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5151" y="4836160"/>
            <a:ext cx="11505434" cy="1692886"/>
          </a:xfrm>
          <a:prstGeom prst="roundRect">
            <a:avLst>
              <a:gd name="adj" fmla="val 9302"/>
            </a:avLst>
          </a:prstGeom>
          <a:solidFill>
            <a:srgbClr val="000000">
              <a:alpha val="40000"/>
            </a:srgbClr>
          </a:solidFill>
        </p:spPr>
        <p:txBody>
          <a:bodyPr anchor="ctr" anchorCtr="0">
            <a:norm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5">
            <a:extLst>
              <a:ext uri="{FF2B5EF4-FFF2-40B4-BE49-F238E27FC236}">
                <a16:creationId xmlns:a16="http://schemas.microsoft.com/office/drawing/2014/main" id="{0DF48D15-1243-3CFE-9BF8-52297AA92FD4}"/>
              </a:ext>
            </a:extLst>
          </p:cNvPr>
          <p:cNvSpPr>
            <a:spLocks noGrp="1"/>
          </p:cNvSpPr>
          <p:nvPr>
            <p:ph type="pic" sz="quarter" idx="13"/>
          </p:nvPr>
        </p:nvSpPr>
        <p:spPr>
          <a:xfrm>
            <a:off x="6363324" y="1376583"/>
            <a:ext cx="5483524" cy="3124928"/>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892857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hre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845" y="399603"/>
            <a:ext cx="1151688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33375" y="1346630"/>
            <a:ext cx="3577086" cy="2038495"/>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3774775"/>
            <a:ext cx="11524350" cy="2757636"/>
          </a:xfrm>
          <a:prstGeom prst="roundRect">
            <a:avLst>
              <a:gd name="adj" fmla="val 4836"/>
            </a:avLst>
          </a:prstGeom>
          <a:solidFill>
            <a:srgbClr val="000000">
              <a:alpha val="4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F2FA5519-3AB3-CEC1-AE02-532EC2CCB4D8}"/>
              </a:ext>
            </a:extLst>
          </p:cNvPr>
          <p:cNvSpPr>
            <a:spLocks noGrp="1"/>
          </p:cNvSpPr>
          <p:nvPr>
            <p:ph type="pic" sz="quarter" idx="13"/>
          </p:nvPr>
        </p:nvSpPr>
        <p:spPr>
          <a:xfrm>
            <a:off x="4307007" y="1346630"/>
            <a:ext cx="3577086" cy="2038495"/>
          </a:xfrm>
          <a:prstGeom prst="roundRect">
            <a:avLst>
              <a:gd name="adj" fmla="val 3456"/>
            </a:avLst>
          </a:prstGeom>
          <a:solidFill>
            <a:schemeClr val="tx1"/>
          </a:solidFill>
          <a:ln w="38100">
            <a:noFill/>
          </a:ln>
        </p:spPr>
        <p:txBody>
          <a:bodyPr/>
          <a:lstStyle/>
          <a:p>
            <a:endParaRPr lang="en-US"/>
          </a:p>
        </p:txBody>
      </p:sp>
      <p:sp>
        <p:nvSpPr>
          <p:cNvPr id="9" name="Picture Placeholder 5">
            <a:extLst>
              <a:ext uri="{FF2B5EF4-FFF2-40B4-BE49-F238E27FC236}">
                <a16:creationId xmlns:a16="http://schemas.microsoft.com/office/drawing/2014/main" id="{31B82278-DD8A-4CE0-788E-1B913AF1EBBC}"/>
              </a:ext>
            </a:extLst>
          </p:cNvPr>
          <p:cNvSpPr>
            <a:spLocks noGrp="1"/>
          </p:cNvSpPr>
          <p:nvPr>
            <p:ph type="pic" sz="quarter" idx="14"/>
          </p:nvPr>
        </p:nvSpPr>
        <p:spPr>
          <a:xfrm>
            <a:off x="8280639" y="1346630"/>
            <a:ext cx="3577086" cy="2038495"/>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2348620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our-img">
    <p:bg>
      <p:bgPr>
        <a:solidFill>
          <a:srgbClr val="000000">
            <a:alpha val="40000"/>
          </a:srgbClr>
        </a:solidFill>
        <a:effectLst/>
      </p:bgPr>
    </p:b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1745" y="396509"/>
            <a:ext cx="1150851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10" name="Picture Placeholder 5">
            <a:extLst>
              <a:ext uri="{FF2B5EF4-FFF2-40B4-BE49-F238E27FC236}">
                <a16:creationId xmlns:a16="http://schemas.microsoft.com/office/drawing/2014/main" id="{7EE5EA41-8A93-19E6-0938-921548C16043}"/>
              </a:ext>
            </a:extLst>
          </p:cNvPr>
          <p:cNvSpPr>
            <a:spLocks noGrp="1"/>
          </p:cNvSpPr>
          <p:nvPr>
            <p:ph type="pic" sz="quarter" idx="15"/>
          </p:nvPr>
        </p:nvSpPr>
        <p:spPr>
          <a:xfrm>
            <a:off x="336974" y="1330039"/>
            <a:ext cx="3898598" cy="2221717"/>
          </a:xfrm>
          <a:prstGeom prst="roundRect">
            <a:avLst>
              <a:gd name="adj" fmla="val 3456"/>
            </a:avLst>
          </a:prstGeom>
          <a:solidFill>
            <a:schemeClr val="tx1"/>
          </a:solidFill>
          <a:ln w="38100">
            <a:noFill/>
          </a:ln>
        </p:spPr>
        <p:txBody>
          <a:bodyPr/>
          <a:lstStyle/>
          <a:p>
            <a:endParaRPr lang="en-US"/>
          </a:p>
        </p:txBody>
      </p:sp>
      <p:sp>
        <p:nvSpPr>
          <p:cNvPr id="13" name="Text Placeholder 6">
            <a:extLst>
              <a:ext uri="{FF2B5EF4-FFF2-40B4-BE49-F238E27FC236}">
                <a16:creationId xmlns:a16="http://schemas.microsoft.com/office/drawing/2014/main" id="{33A5CA17-0E07-7C00-D057-B222092BBE90}"/>
              </a:ext>
            </a:extLst>
          </p:cNvPr>
          <p:cNvSpPr>
            <a:spLocks noGrp="1"/>
          </p:cNvSpPr>
          <p:nvPr>
            <p:ph type="body" sz="quarter" idx="12"/>
          </p:nvPr>
        </p:nvSpPr>
        <p:spPr>
          <a:xfrm>
            <a:off x="8793018" y="1335991"/>
            <a:ext cx="3062205" cy="5180899"/>
          </a:xfrm>
          <a:prstGeom prst="roundRect">
            <a:avLst>
              <a:gd name="adj" fmla="val 3016"/>
            </a:avLst>
          </a:prstGeom>
          <a:solidFill>
            <a:schemeClr val="tx1">
              <a:lumMod val="85000"/>
              <a:lumOff val="15000"/>
            </a:scheme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Picture Placeholder 5">
            <a:extLst>
              <a:ext uri="{FF2B5EF4-FFF2-40B4-BE49-F238E27FC236}">
                <a16:creationId xmlns:a16="http://schemas.microsoft.com/office/drawing/2014/main" id="{F876292C-B4E7-FCE3-1E74-154C919298A3}"/>
              </a:ext>
            </a:extLst>
          </p:cNvPr>
          <p:cNvSpPr>
            <a:spLocks noGrp="1"/>
          </p:cNvSpPr>
          <p:nvPr>
            <p:ph type="pic" sz="quarter" idx="19"/>
          </p:nvPr>
        </p:nvSpPr>
        <p:spPr>
          <a:xfrm>
            <a:off x="4540373" y="1330039"/>
            <a:ext cx="3898598" cy="2221717"/>
          </a:xfrm>
          <a:prstGeom prst="roundRect">
            <a:avLst>
              <a:gd name="adj" fmla="val 3456"/>
            </a:avLst>
          </a:prstGeom>
          <a:solidFill>
            <a:schemeClr val="tx1"/>
          </a:solidFill>
          <a:ln w="38100">
            <a:noFill/>
          </a:ln>
        </p:spPr>
        <p:txBody>
          <a:bodyPr/>
          <a:lstStyle/>
          <a:p>
            <a:endParaRPr lang="en-US"/>
          </a:p>
        </p:txBody>
      </p:sp>
      <p:sp>
        <p:nvSpPr>
          <p:cNvPr id="5" name="Picture Placeholder 5">
            <a:extLst>
              <a:ext uri="{FF2B5EF4-FFF2-40B4-BE49-F238E27FC236}">
                <a16:creationId xmlns:a16="http://schemas.microsoft.com/office/drawing/2014/main" id="{6F44FAD5-85C0-5126-BEBB-39AE90164067}"/>
              </a:ext>
            </a:extLst>
          </p:cNvPr>
          <p:cNvSpPr>
            <a:spLocks noGrp="1"/>
          </p:cNvSpPr>
          <p:nvPr>
            <p:ph type="pic" sz="quarter" idx="20"/>
          </p:nvPr>
        </p:nvSpPr>
        <p:spPr>
          <a:xfrm>
            <a:off x="336974" y="4295174"/>
            <a:ext cx="3898598" cy="2221717"/>
          </a:xfrm>
          <a:prstGeom prst="roundRect">
            <a:avLst>
              <a:gd name="adj" fmla="val 3456"/>
            </a:avLst>
          </a:prstGeom>
          <a:solidFill>
            <a:schemeClr val="tx1"/>
          </a:solidFill>
          <a:ln w="38100">
            <a:noFill/>
          </a:ln>
        </p:spPr>
        <p:txBody>
          <a:bodyPr/>
          <a:lstStyle/>
          <a:p>
            <a:endParaRPr lang="en-US"/>
          </a:p>
        </p:txBody>
      </p:sp>
      <p:sp>
        <p:nvSpPr>
          <p:cNvPr id="6" name="Picture Placeholder 5">
            <a:extLst>
              <a:ext uri="{FF2B5EF4-FFF2-40B4-BE49-F238E27FC236}">
                <a16:creationId xmlns:a16="http://schemas.microsoft.com/office/drawing/2014/main" id="{5E15C401-2708-BE2C-313C-6E972121150A}"/>
              </a:ext>
            </a:extLst>
          </p:cNvPr>
          <p:cNvSpPr>
            <a:spLocks noGrp="1"/>
          </p:cNvSpPr>
          <p:nvPr>
            <p:ph type="pic" sz="quarter" idx="21"/>
          </p:nvPr>
        </p:nvSpPr>
        <p:spPr>
          <a:xfrm>
            <a:off x="4540373" y="4295174"/>
            <a:ext cx="3898598" cy="2221717"/>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1471266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reate-step">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4762"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3375" y="427844"/>
            <a:ext cx="11515727" cy="498598"/>
          </a:xfrm>
        </p:spPr>
        <p:txBody>
          <a:bodyPr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2114549"/>
            <a:ext cx="11515726" cy="4448176"/>
          </a:xfrm>
          <a:prstGeom prst="roundRect">
            <a:avLst>
              <a:gd name="adj" fmla="val 0"/>
            </a:avLst>
          </a:prstGeom>
          <a:noFill/>
        </p:spPr>
        <p:txBody>
          <a:bodyPr lIns="0" tIns="0" rIns="0" bIns="0" anchor="ctr" anchorCtr="0">
            <a:normAutofit/>
          </a:bodyPr>
          <a:lstStyle>
            <a:lvl1pPr marL="342900" indent="-342900">
              <a:buFont typeface="+mj-lt"/>
              <a:buAutoNum type="arabicPeriod"/>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p:txBody>
      </p:sp>
      <p:sp>
        <p:nvSpPr>
          <p:cNvPr id="4" name="Chart Placeholder 3">
            <a:extLst>
              <a:ext uri="{FF2B5EF4-FFF2-40B4-BE49-F238E27FC236}">
                <a16:creationId xmlns:a16="http://schemas.microsoft.com/office/drawing/2014/main" id="{D11CD461-B056-D4E2-C5FA-0426E6C2FFF6}"/>
              </a:ext>
            </a:extLst>
          </p:cNvPr>
          <p:cNvSpPr>
            <a:spLocks noGrp="1"/>
          </p:cNvSpPr>
          <p:nvPr>
            <p:ph type="chart" sz="quarter" idx="14" hasCustomPrompt="1"/>
          </p:nvPr>
        </p:nvSpPr>
        <p:spPr>
          <a:xfrm>
            <a:off x="333375" y="1318188"/>
            <a:ext cx="11515726" cy="387798"/>
          </a:xfrm>
        </p:spPr>
        <p:txBody>
          <a:bodyPr lIns="0" tIns="0" rIns="0" bIns="0">
            <a:spAutoFit/>
          </a:bodyPr>
          <a:lstStyle>
            <a:lvl1pPr marL="0" indent="0">
              <a:buNone/>
              <a:defRPr sz="2800" b="1">
                <a:solidFill>
                  <a:schemeClr val="bg1"/>
                </a:solidFill>
              </a:defRPr>
            </a:lvl1pPr>
          </a:lstStyle>
          <a:p>
            <a:r>
              <a:rPr lang="es-CL" dirty="0"/>
              <a:t>Place</a:t>
            </a:r>
            <a:endParaRPr lang="en-US" dirty="0"/>
          </a:p>
        </p:txBody>
      </p:sp>
    </p:spTree>
    <p:extLst>
      <p:ext uri="{BB962C8B-B14F-4D97-AF65-F5344CB8AC3E}">
        <p14:creationId xmlns:p14="http://schemas.microsoft.com/office/powerpoint/2010/main" val="708463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de-composition">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563" y="347332"/>
            <a:ext cx="11508537" cy="678672"/>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0563" y="2447348"/>
            <a:ext cx="7571494" cy="4072184"/>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0563" y="1403404"/>
            <a:ext cx="11508537" cy="699551"/>
          </a:xfrm>
          <a:prstGeom prst="roundRect">
            <a:avLst>
              <a:gd name="adj" fmla="val 5043"/>
            </a:avLst>
          </a:prstGeom>
          <a:noFill/>
        </p:spPr>
        <p:txBody>
          <a:bodyPr lIns="0" tIns="0" rIns="0" anchor="ctr" anchorCtr="0">
            <a:sp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a:t>
            </a:r>
          </a:p>
          <a:p>
            <a:pPr lvl="0"/>
            <a:r>
              <a:rPr lang="en-US" dirty="0"/>
              <a:t>Master text styles</a:t>
            </a:r>
          </a:p>
        </p:txBody>
      </p:sp>
      <p:sp>
        <p:nvSpPr>
          <p:cNvPr id="5" name="Callout: Down Arrow 4">
            <a:extLst>
              <a:ext uri="{FF2B5EF4-FFF2-40B4-BE49-F238E27FC236}">
                <a16:creationId xmlns:a16="http://schemas.microsoft.com/office/drawing/2014/main" id="{BAE4049F-C3AB-1C61-89BD-6C81A2CCB192}"/>
              </a:ext>
            </a:extLst>
          </p:cNvPr>
          <p:cNvSpPr/>
          <p:nvPr userDrawn="1"/>
        </p:nvSpPr>
        <p:spPr>
          <a:xfrm>
            <a:off x="9586829" y="2581720"/>
            <a:ext cx="966159" cy="957532"/>
          </a:xfrm>
          <a:prstGeom prst="downArrowCallout">
            <a:avLst>
              <a:gd name="adj1" fmla="val 25000"/>
              <a:gd name="adj2" fmla="val 25000"/>
              <a:gd name="adj3" fmla="val 22297"/>
              <a:gd name="adj4" fmla="val 64977"/>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solidFill>
                  <a:schemeClr val="tx1"/>
                </a:solidFill>
              </a:rPr>
              <a:t>Link</a:t>
            </a:r>
          </a:p>
          <a:p>
            <a:pPr algn="ctr"/>
            <a:r>
              <a:rPr lang="es-CL" dirty="0">
                <a:solidFill>
                  <a:schemeClr val="tx1"/>
                </a:solidFill>
              </a:rPr>
              <a:t>Online</a:t>
            </a:r>
            <a:endParaRPr lang="en-US" dirty="0">
              <a:solidFill>
                <a:schemeClr val="tx1"/>
              </a:solidFill>
            </a:endParaRPr>
          </a:p>
        </p:txBody>
      </p:sp>
      <p:sp>
        <p:nvSpPr>
          <p:cNvPr id="9" name="Chart Placeholder 8">
            <a:extLst>
              <a:ext uri="{FF2B5EF4-FFF2-40B4-BE49-F238E27FC236}">
                <a16:creationId xmlns:a16="http://schemas.microsoft.com/office/drawing/2014/main" id="{85FE893F-47A3-E5F7-1212-48465408B0C7}"/>
              </a:ext>
            </a:extLst>
          </p:cNvPr>
          <p:cNvSpPr>
            <a:spLocks noGrp="1"/>
          </p:cNvSpPr>
          <p:nvPr>
            <p:ph type="chart" sz="quarter" idx="14" hasCustomPrompt="1"/>
          </p:nvPr>
        </p:nvSpPr>
        <p:spPr>
          <a:xfrm>
            <a:off x="8290719" y="3797514"/>
            <a:ext cx="3558381" cy="2597150"/>
          </a:xfrm>
        </p:spPr>
        <p:txBody>
          <a:bodyPr/>
          <a:lstStyle>
            <a:lvl1pPr marL="0" indent="0">
              <a:buNone/>
              <a:defRPr>
                <a:solidFill>
                  <a:schemeClr val="bg1"/>
                </a:solidFill>
              </a:defRPr>
            </a:lvl1pPr>
          </a:lstStyle>
          <a:p>
            <a:r>
              <a:rPr lang="es-CL" dirty="0"/>
              <a:t>https://example.com/ </a:t>
            </a:r>
            <a:endParaRPr lang="en-US" dirty="0"/>
          </a:p>
        </p:txBody>
      </p:sp>
    </p:spTree>
    <p:extLst>
      <p:ext uri="{BB962C8B-B14F-4D97-AF65-F5344CB8AC3E}">
        <p14:creationId xmlns:p14="http://schemas.microsoft.com/office/powerpoint/2010/main" val="42743320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eflect-box">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1039" y="328282"/>
            <a:ext cx="11518062" cy="665027"/>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4" name="Chart Placeholder 3">
            <a:extLst>
              <a:ext uri="{FF2B5EF4-FFF2-40B4-BE49-F238E27FC236}">
                <a16:creationId xmlns:a16="http://schemas.microsoft.com/office/drawing/2014/main" id="{E9633AA3-1F01-FC54-9584-5A176A246101}"/>
              </a:ext>
            </a:extLst>
          </p:cNvPr>
          <p:cNvSpPr>
            <a:spLocks noGrp="1"/>
          </p:cNvSpPr>
          <p:nvPr>
            <p:ph type="chart" sz="quarter" idx="14"/>
          </p:nvPr>
        </p:nvSpPr>
        <p:spPr>
          <a:xfrm>
            <a:off x="7893693" y="1371600"/>
            <a:ext cx="3955408" cy="5158118"/>
          </a:xfrm>
          <a:prstGeom prst="roundRect">
            <a:avLst>
              <a:gd name="adj" fmla="val 4940"/>
            </a:avLst>
          </a:prstGeom>
          <a:solidFill>
            <a:schemeClr val="bg1"/>
          </a:solidFill>
        </p:spPr>
        <p:txBody>
          <a:bodyPr lIns="365760" tIns="365760" rIns="365760" bIns="365760" anchor="ctr" anchorCtr="0"/>
          <a:lstStyle>
            <a:lvl1pPr marL="0" indent="0">
              <a:buNone/>
              <a:defRPr>
                <a:solidFill>
                  <a:schemeClr val="tx1"/>
                </a:solidFill>
              </a:defRPr>
            </a:lvl1pPr>
          </a:lstStyle>
          <a:p>
            <a:endParaRPr lang="en-US"/>
          </a:p>
        </p:txBody>
      </p:sp>
      <p:sp>
        <p:nvSpPr>
          <p:cNvPr id="9" name="Text Placeholder 2">
            <a:extLst>
              <a:ext uri="{FF2B5EF4-FFF2-40B4-BE49-F238E27FC236}">
                <a16:creationId xmlns:a16="http://schemas.microsoft.com/office/drawing/2014/main" id="{8205E5FA-6881-9803-B9CE-B9F6C0D4259D}"/>
              </a:ext>
            </a:extLst>
          </p:cNvPr>
          <p:cNvSpPr>
            <a:spLocks noGrp="1"/>
          </p:cNvSpPr>
          <p:nvPr>
            <p:ph idx="1"/>
          </p:nvPr>
        </p:nvSpPr>
        <p:spPr>
          <a:xfrm>
            <a:off x="331037" y="1371600"/>
            <a:ext cx="7231619" cy="51816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2041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84374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E91179-C1CD-A08D-D9B7-A92C32FCB4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82CB0B4-6181-CC09-113A-CBA6A84A24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61577070"/>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6" r:id="rId3"/>
    <p:sldLayoutId id="2147483657" r:id="rId4"/>
    <p:sldLayoutId id="2147483658" r:id="rId5"/>
    <p:sldLayoutId id="2147483659" r:id="rId6"/>
    <p:sldLayoutId id="2147483662" r:id="rId7"/>
    <p:sldLayoutId id="2147483661" r:id="rId8"/>
    <p:sldLayoutId id="2147483663" r:id="rId9"/>
    <p:sldLayoutId id="2147483655" r:id="rId10"/>
  </p:sldLayoutIdLst>
  <p:txStyles>
    <p:titleStyle>
      <a:lvl1pPr algn="l" defTabSz="914400" rtl="0" eaLnBrk="1" latinLnBrk="0" hangingPunct="1">
        <a:lnSpc>
          <a:spcPct val="90000"/>
        </a:lnSpc>
        <a:spcBef>
          <a:spcPct val="0"/>
        </a:spcBef>
        <a:buNone/>
        <a:defRPr sz="4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Segoe UI" panose="020B0502040204020203" pitchFamily="34" charset="0"/>
          <a:ea typeface="Verdana" panose="020B0604030504040204" pitchFamily="34" charset="0"/>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5.png"/><Relationship Id="rId3"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12.png"/><Relationship Id="rId4" Type="http://schemas.openxmlformats.org/officeDocument/2006/relationships/hyperlink" Target="https://app.protobject.com/generate?equivalent-luci-discoteca-ruido&amp;es&amp;dynamic&amp;-1"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974216A-BFA6-9732-A49C-32CF61E454ED}"/>
              </a:ext>
            </a:extLst>
          </p:cNvPr>
          <p:cNvSpPr txBox="1"/>
          <p:nvPr/>
        </p:nvSpPr>
        <p:spPr>
          <a:xfrm>
            <a:off x="765048" y="2340864"/>
            <a:ext cx="10661904" cy="3847207"/>
          </a:xfrm>
          <a:prstGeom prst="rect">
            <a:avLst/>
          </a:prstGeom>
          <a:noFill/>
        </p:spPr>
        <p:txBody>
          <a:bodyPr wrap="square" rtlCol="0">
            <a:spAutoFit/>
          </a:bodyPr>
          <a:lstStyle/>
          <a:p>
            <a:r>
              <a:rPr lang="en-US" sz="2000" dirty="0">
                <a:latin typeface="Segoe UI" panose="020B0502040204020203" pitchFamily="34" charset="0"/>
                <a:cs typeface="Segoe UI" panose="020B0502040204020203" pitchFamily="34" charset="0"/>
              </a:rPr>
              <a:t>Esta </a:t>
            </a:r>
            <a:r>
              <a:rPr lang="en-US" sz="2000" dirty="0" err="1">
                <a:latin typeface="Segoe UI" panose="020B0502040204020203" pitchFamily="34" charset="0"/>
                <a:cs typeface="Segoe UI" panose="020B0502040204020203" pitchFamily="34" charset="0"/>
              </a:rPr>
              <a:t>presentación</a:t>
            </a:r>
            <a:r>
              <a:rPr lang="en-US" sz="2000" dirty="0">
                <a:latin typeface="Segoe UI" panose="020B0502040204020203" pitchFamily="34" charset="0"/>
                <a:cs typeface="Segoe UI" panose="020B0502040204020203" pitchFamily="34" charset="0"/>
              </a:rPr>
              <a:t> se genera </a:t>
            </a:r>
            <a:r>
              <a:rPr lang="en-US" sz="2000" dirty="0" err="1">
                <a:latin typeface="Segoe UI" panose="020B0502040204020203" pitchFamily="34" charset="0"/>
                <a:cs typeface="Segoe UI" panose="020B0502040204020203" pitchFamily="34" charset="0"/>
              </a:rPr>
              <a:t>automáticamente</a:t>
            </a:r>
            <a:r>
              <a:rPr lang="en-US" sz="2000" dirty="0">
                <a:latin typeface="Segoe UI" panose="020B0502040204020203" pitchFamily="34" charset="0"/>
                <a:cs typeface="Segoe UI" panose="020B0502040204020203" pitchFamily="34" charset="0"/>
              </a:rPr>
              <a:t>. </a:t>
            </a:r>
          </a:p>
          <a:p>
            <a:r>
              <a:rPr lang="en-US" sz="2000" b="1" dirty="0" err="1">
                <a:latin typeface="Segoe UI" panose="020B0502040204020203" pitchFamily="34" charset="0"/>
                <a:cs typeface="Segoe UI" panose="020B0502040204020203" pitchFamily="34" charset="0"/>
              </a:rPr>
              <a:t>Puedes</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modificarla</a:t>
            </a:r>
            <a:r>
              <a:rPr lang="en-US" sz="2000" b="1" dirty="0">
                <a:latin typeface="Segoe UI" panose="020B0502040204020203" pitchFamily="34" charset="0"/>
                <a:cs typeface="Segoe UI" panose="020B0502040204020203" pitchFamily="34" charset="0"/>
              </a:rPr>
              <a:t> a </a:t>
            </a:r>
            <a:r>
              <a:rPr lang="en-US" sz="2000" b="1" dirty="0" err="1">
                <a:latin typeface="Segoe UI" panose="020B0502040204020203" pitchFamily="34" charset="0"/>
                <a:cs typeface="Segoe UI" panose="020B0502040204020203" pitchFamily="34" charset="0"/>
              </a:rPr>
              <a:t>tu</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criterio</a:t>
            </a:r>
            <a:r>
              <a:rPr lang="en-US" sz="2000" b="1" dirty="0">
                <a:latin typeface="Segoe UI" panose="020B0502040204020203" pitchFamily="34" charset="0"/>
                <a:cs typeface="Segoe UI" panose="020B0502040204020203" pitchFamily="34" charset="0"/>
              </a:rPr>
              <a:t> y </a:t>
            </a:r>
            <a:r>
              <a:rPr lang="en-US" sz="2000" b="1" dirty="0" err="1">
                <a:latin typeface="Segoe UI" panose="020B0502040204020203" pitchFamily="34" charset="0"/>
                <a:cs typeface="Segoe UI" panose="020B0502040204020203" pitchFamily="34" charset="0"/>
              </a:rPr>
              <a:t>añadir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cualquier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contenido</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adicional</a:t>
            </a:r>
            <a:r>
              <a:rPr lang="en-US" sz="2000" b="1" dirty="0">
                <a:latin typeface="Segoe UI" panose="020B0502040204020203" pitchFamily="34" charset="0"/>
                <a:cs typeface="Segoe UI" panose="020B0502040204020203" pitchFamily="34" charset="0"/>
              </a:rPr>
              <a:t> que </a:t>
            </a:r>
            <a:r>
              <a:rPr lang="en-US" sz="2000" b="1" dirty="0" err="1">
                <a:latin typeface="Segoe UI" panose="020B0502040204020203" pitchFamily="34" charset="0"/>
                <a:cs typeface="Segoe UI" panose="020B0502040204020203" pitchFamily="34" charset="0"/>
              </a:rPr>
              <a:t>desees</a:t>
            </a:r>
            <a:r>
              <a:rPr lang="en-US" sz="2000" b="1" dirty="0">
                <a:latin typeface="Segoe UI" panose="020B0502040204020203" pitchFamily="34" charset="0"/>
                <a:cs typeface="Segoe UI" panose="020B0502040204020203" pitchFamily="34" charset="0"/>
              </a:rPr>
              <a:t>.</a:t>
            </a:r>
          </a:p>
        </p:txBody>
      </p:sp>
      <p:pic>
        <p:nvPicPr>
          <p:cNvPr id="6" name="Graphic 5">
            <a:extLst>
              <a:ext uri="{FF2B5EF4-FFF2-40B4-BE49-F238E27FC236}">
                <a16:creationId xmlns:a16="http://schemas.microsoft.com/office/drawing/2014/main" id="{ADDBF746-CBFF-7D5E-0904-0C23A0CCA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5048" y="735575"/>
            <a:ext cx="1640124" cy="369739"/>
          </a:xfrm>
          <a:prstGeom prst="rect">
            <a:avLst/>
          </a:prstGeom>
        </p:spPr>
      </p:pic>
    </p:spTree>
    <p:extLst>
      <p:ext uri="{BB962C8B-B14F-4D97-AF65-F5344CB8AC3E}">
        <p14:creationId xmlns:p14="http://schemas.microsoft.com/office/powerpoint/2010/main" val="109157783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El Visualizador de Música</a:t>
            </a:r>
          </a:p>
        </p:txBody>
      </p:sp>
      <p:sp>
        <p:nvSpPr>
          <p:cNvPr id="3" name="Subtitle 2"/>
          <p:cNvSpPr>
            <a:spLocks noGrp="1"/>
          </p:cNvSpPr>
          <p:nvPr>
            <p:ph type="subTitle" idx="1"/>
          </p:nvPr>
        </p:nvSpPr>
        <p:spPr/>
        <p:txBody>
          <a:bodyPr/>
          <a:lstStyle/>
          <a:p>
            <a:r>
              <a:t>Convierte el ruido de tu entorno en luz que se mueve. Generaliza el concepto de relacionar datos usando el micrófono para controlar la posición de una luz en tiempo real.</a:t>
            </a:r>
          </a:p>
        </p:txBody>
      </p:sp>
      <p:pic>
        <p:nvPicPr>
          <p:cNvPr id="4" name="Picture Placeholder 3" descr="src_03.1-music-visualizer_03.1-music-visualizer.png"/>
          <p:cNvPicPr>
            <a:picLocks noGrp="1" noChangeAspect="1"/>
          </p:cNvPicPr>
          <p:nvPr>
            <p:ph type="pic" idx="11" sz="quarter"/>
          </p:nvPr>
        </p:nvPicPr>
        <p:blipFill>
          <a:blip r:embed="rId3"/>
          <a:srcRect/>
          <a:stretch>
            <a:fillRect/>
          </a:stretch>
        </p:blipFill>
        <p:spPr>
          <a:xfrm>
            <a:off x="3684945" y="1797930"/>
            <a:ext cx="7745054" cy="4356592"/>
          </a:xfr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¿Qué haremos?</a:t>
            </a:r>
          </a:p>
        </p:txBody>
      </p:sp>
      <p:pic>
        <p:nvPicPr>
          <p:cNvPr id="3" name="03.1_music_visualize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441138" y="1232015"/>
            <a:ext cx="9331959" cy="5249226"/>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 Micrófono: Las Orejas del Dispositivo</a:t>
            </a:r>
          </a:p>
        </p:txBody>
      </p:sp>
      <p:pic>
        <p:nvPicPr>
          <p:cNvPr id="3" name="Picture Placeholder 2" descr="src_03.1-music-visualizer_a-sound-conversion.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800"/>
              <a:t>El </a:t>
            </a:r>
            <a:r>
              <a:rPr sz="1800" b="1"/>
              <a:t>micrófono</a:t>
            </a:r>
            <a:r>
              <a:rPr sz="1800"/>
              <a:t> de tu dispositivo es un sensor diseñado para "escuchar". Convierte las ondas de sonido que viajan por el aire en una señal eléctrica. Tu programa puede leer esta señal como un número que representa qué tan fuerte es el sonido. A esto lo llamamos el </a:t>
            </a:r>
            <a:r>
              <a:rPr sz="1800" b="1"/>
              <a:t>nivel de ruido</a:t>
            </a:r>
            <a:r>
              <a:rPr sz="1800"/>
              <a:t>. Cuanto más alto sea el sonido, mayor será el número que nos dé el sensor.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Generalizando la relación de datos: un principio universal</a:t>
            </a:r>
          </a:p>
        </p:txBody>
      </p:sp>
      <p:pic>
        <p:nvPicPr>
          <p:cNvPr id="3" name="Picture Placeholder 2" descr="src_03.1-music-visualizer_b-input-output-relation.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400"/>
              <a:t>Lo más importante que aprenderemos hoy es que </a:t>
            </a:r>
            <a:r>
              <a:rPr sz="1400" b="1"/>
              <a:t>relacionar datos no depende de un sensor específico</a:t>
            </a:r>
            <a:r>
              <a:rPr sz="1400"/>
              <a:t>. Es un principio fundamental de la programación que sigue una fórmula simple: </a:t>
            </a:r>
            <a:r>
              <a:rPr sz="1400" b="1"/>
              <a:t>Entrada → Procesamiento → Salida</a:t>
            </a:r>
            <a:r>
              <a:rPr sz="1400"/>
              <a:t>.</a:t>
            </a:r>
          </a:p>
          <a:p>
            <a:r>
              <a:rPr sz="1400"/>
              <a:t>Puedes relacionar *cualquier* entrada (inclinación, ruido, nivel de luz) a *cualquier* salida (sonido, color, posición, vibración). Al usar un micrófono en lugar de un sensor de movimiento, estamos demostrando que la relación de datos es una herramienta universal para crear interacciones.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Controlando la posición de la luz con Datos</a:t>
            </a:r>
          </a:p>
        </p:txBody>
      </p:sp>
      <p:pic>
        <p:nvPicPr>
          <p:cNvPr id="3" name="Picture Placeholder 2" descr="src_03.1-music-visualizer_c-sound-level.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300"/>
              <a:t>La pantalla es una cuadrícula de LEDs y cada posición se identifica con </a:t>
            </a:r>
            <a:r>
              <a:rPr sz="1300" b="1"/>
              <a:t>dos</a:t>
            </a:r>
            <a:r>
              <a:rPr sz="1300"/>
              <a:t> coordenadas: la columna (X) y la fila (Y). En este visualizador las columnas quedan fijas, y lo que el ruido controla es la fila. Para nuestro visualizador, tomaremos el número que nos da el sensor de </a:t>
            </a:r>
            <a:r>
              <a:rPr sz="1300" b="1"/>
              <a:t>nivel de ruido</a:t>
            </a:r>
            <a:r>
              <a:rPr sz="1300"/>
              <a:t> y lo usaremos para decidir </a:t>
            </a:r>
            <a:r>
              <a:rPr sz="1300" b="1"/>
              <a:t>en qué fila</a:t>
            </a:r>
            <a:r>
              <a:rPr sz="1300"/>
              <a:t> se encienden los LEDs (Esto deberemos limitarlo a la cantidad de filas que tiene la pantalla). Como ese número puede ser muy grande, lo dividimos para ajustarlo al alto de la pantalla.</a:t>
            </a:r>
          </a:p>
          <a:p>
            <a:r>
              <a:rPr sz="1300"/>
              <a:t>El resultado: ¡cuanto más fuerte sea el sonido, más arriba se moverá la luz en la pantalla!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Crear</a:t>
            </a:r>
          </a:p>
        </p:txBody>
      </p:sp>
      <p:sp>
        <p:nvSpPr>
          <p:cNvPr id="3" name="Text Placeholder 2"/>
          <p:cNvSpPr>
            <a:spLocks noGrp="1"/>
          </p:cNvSpPr>
          <p:nvPr>
            <p:ph type="body" idx="12" sz="quarter"/>
          </p:nvPr>
        </p:nvSpPr>
        <p:spPr/>
        <p:txBody>
          <a:bodyPr wrap="square">
            <a:normAutofit/>
          </a:bodyPr>
          <a:lstStyle/>
          <a:p>
            <a:r>
              <a:rPr sz="3000"/>
              <a:t>Presiona </a:t>
            </a:r>
            <a:r>
              <a:rPr sz="3000" b="1"/>
              <a:t>Añadir dispositivo</a:t>
            </a:r>
            <a:r>
              <a:rPr sz="3000"/>
              <a:t> y selecciona </a:t>
            </a:r>
            <a:r>
              <a:rPr sz="3000" b="1"/>
              <a:t>NivelRuido</a:t>
            </a:r>
            <a:r>
              <a:rPr sz="3000"/>
              <a:t> para usar el micrófono.</a:t>
            </a:r>
          </a:p>
          <a:p>
            <a:r>
              <a:rPr sz="3000"/>
              <a:t>Presiona de nuevo </a:t>
            </a:r>
            <a:r>
              <a:rPr sz="3000" b="1"/>
              <a:t>Añadir dispositivo</a:t>
            </a:r>
            <a:r>
              <a:rPr sz="3000"/>
              <a:t> y selecciona </a:t>
            </a:r>
            <a:r>
              <a:rPr sz="3000" b="1"/>
              <a:t>DibujoLED</a:t>
            </a:r>
            <a:r>
              <a:rPr sz="3000"/>
              <a:t> para que sea nuestra pantalla de luces.</a:t>
            </a:r>
          </a:p>
          <a:p>
            <a:r>
              <a:rPr sz="3000"/>
              <a:t>Recuerda escanear o abrir los componentes. Puedes ponerlos en el mismo dispositivo.</a:t>
            </a:r>
          </a:p>
        </p:txBody>
      </p:sp>
      <p:sp>
        <p:nvSpPr>
          <p:cNvPr id="4" name="Chart Placeholder 3"/>
          <p:cNvSpPr>
            <a:spLocks noGrp="1"/>
          </p:cNvSpPr>
          <p:nvPr>
            <p:ph type="chart" idx="14" sz="quarter"/>
          </p:nvPr>
        </p:nvSpPr>
        <p:spPr/>
        <p:txBody>
          <a:bodyPr/>
          <a:p>
            <a:r>
              <a:rPr sz="1400"/>
              <a:t>Construyamos el visualizador de música.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Composición del Código</a:t>
            </a:r>
          </a:p>
        </p:txBody>
      </p:sp>
      <p:pic>
        <p:nvPicPr>
          <p:cNvPr id="3" name="Picture Placeholder 2" descr="screenshot_d4010e8c55eedbf21542065fa716308a.png"/>
          <p:cNvPicPr>
            <a:picLocks noGrp="1" noChangeAspect="1"/>
          </p:cNvPicPr>
          <p:nvPr>
            <p:ph type="pic" idx="11" sz="quarter"/>
          </p:nvPr>
        </p:nvPicPr>
        <p:blipFill>
          <a:blip r:embed="rId3"/>
          <a:srcRect/>
          <a:stretch>
            <a:fillRect/>
          </a:stretch>
        </p:blipFill>
        <p:spPr>
          <a:xfrm>
            <a:off x="340563" y="3196352"/>
            <a:ext cx="7571494" cy="2574176"/>
          </a:xfrm>
        </p:spPr>
      </p:pic>
      <p:sp>
        <p:nvSpPr>
          <p:cNvPr id="4" name="Text Placeholder 3"/>
          <p:cNvSpPr>
            <a:spLocks noGrp="1"/>
          </p:cNvSpPr>
          <p:nvPr>
            <p:ph type="body" idx="12" sz="quarter"/>
          </p:nvPr>
        </p:nvSpPr>
        <p:spPr/>
        <p:txBody>
          <a:bodyPr wrap="square">
            <a:normAutofit/>
          </a:bodyPr>
          <a:lstStyle/>
          <a:p>
            <a:r>
              <a:rPr sz="1800"/>
              <a:t>Presiona el signo de interrogación para abrir los comentarios.</a:t>
            </a:r>
          </a:p>
        </p:txBody>
      </p:sp>
      <p:sp>
        <p:nvSpPr>
          <p:cNvPr id="5" name="Chart Placeholder 4"/>
          <p:cNvSpPr>
            <a:spLocks noGrp="1"/>
          </p:cNvSpPr>
          <p:nvPr>
            <p:ph type="chart" idx="14" sz="quarter"/>
          </p:nvPr>
        </p:nvSpPr>
        <p:spPr/>
        <p:txBody>
          <a:bodyPr/>
          <a:p>
            <a:r>
              <a:rPr u="sng">
                <a:solidFill>
                  <a:srgbClr val="0000FF"/>
                </a:solidFill>
                <a:hlinkClick r:id="rId4"/>
              </a:rPr>
              <a:t>Ver el programa completo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Reflexiona</a:t>
            </a:r>
          </a:p>
        </p:txBody>
      </p:sp>
      <p:sp>
        <p:nvSpPr>
          <p:cNvPr id="4" name="Content Placeholder 3"/>
          <p:cNvSpPr>
            <a:spLocks noGrp="1"/>
          </p:cNvSpPr>
          <p:nvPr>
            <p:ph idx="1"/>
          </p:nvPr>
        </p:nvSpPr>
        <p:spPr/>
        <p:txBody>
          <a:bodyPr wrap="square">
            <a:normAutofit/>
          </a:bodyPr>
          <a:lstStyle/>
          <a:p>
            <a:r>
              <a:rPr sz="3000"/>
              <a:t>Has demostrado que el mapeo es un principio universal. ¿Qué sensor usamos como entrada y qué propiedad controlamos en la salida?</a:t>
            </a:r>
          </a:p>
          <a:p>
            <a:r>
              <a:rPr sz="3000"/>
              <a:t>Piensa en otros sensores de tu celular (como el sensor de luz ambiental). ¿Qué datos podrías relacionar con él? ¿Qué crearías?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Desafío</a:t>
            </a:r>
          </a:p>
        </p:txBody>
      </p:sp>
      <p:pic>
        <p:nvPicPr>
          <p:cNvPr id="3" name="Picture Placeholder 2" descr="src_03.1-music-visualizer_d-multiple-visualizer.png"/>
          <p:cNvPicPr>
            <a:picLocks noGrp="1" noChangeAspect="1"/>
          </p:cNvPicPr>
          <p:nvPr>
            <p:ph type="pic" idx="11" sz="quarter"/>
          </p:nvPr>
        </p:nvPicPr>
        <p:blipFill>
          <a:blip r:embed="rId2"/>
          <a:srcRect/>
          <a:stretch>
            <a:fillRect/>
          </a:stretch>
        </p:blipFill>
        <p:spPr>
          <a:xfrm>
            <a:off x="342468" y="2151136"/>
            <a:ext cx="7742784" cy="4324853"/>
          </a:xfrm>
        </p:spPr>
      </p:pic>
      <p:sp>
        <p:nvSpPr>
          <p:cNvPr id="4" name="Text Placeholder 3"/>
          <p:cNvSpPr>
            <a:spLocks noGrp="1"/>
          </p:cNvSpPr>
          <p:nvPr>
            <p:ph type="body" idx="12" sz="quarter"/>
          </p:nvPr>
        </p:nvSpPr>
        <p:spPr/>
        <p:txBody>
          <a:bodyPr wrap="square">
            <a:normAutofit/>
          </a:bodyPr>
          <a:lstStyle/>
          <a:p>
            <a:r>
              <a:rPr sz="1800"/>
              <a:t>Relacionaste el ruido con la posición de una luz, pero el mapeo directo funciona con *cualquier* sensor y *cualquier* salida. ¿Qué otra combinación puedes descubrir tú? </a:t>
            </a:r>
            <a:r>
              <a:rPr sz="1800" b="1"/>
              <a:t>Pista</a:t>
            </a:r>
            <a:r>
              <a:rPr sz="1800"/>
              <a:t>: prueba con el sensor de </a:t>
            </a:r>
            <a:r>
              <a:rPr sz="1800" b="1"/>
              <a:t>luz ambiental</a:t>
            </a:r>
            <a:r>
              <a:rPr sz="1800"/>
              <a:t> controlando el tono de un sonido — mientras más luz haya, más alto será el *pitch* (más agudo el sonido).</a:t>
            </a:r>
          </a:p>
        </p:txBody>
      </p:sp>
    </p:spTree>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229</TotalTime>
  <Words>58</Words>
  <Application>Microsoft Office PowerPoint</Application>
  <PresentationFormat>Widescreen</PresentationFormat>
  <Paragraphs>11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Segoe UI</vt:lpstr>
      <vt:lpstr>Segoe UI Black</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Alessio Bellino</dc:creator>
  <cp:lastModifiedBy>Alessio Bellino</cp:lastModifiedBy>
  <cp:revision>41</cp:revision>
  <dcterms:created xsi:type="dcterms:W3CDTF">2025-08-23T17:03:52Z</dcterms:created>
  <dcterms:modified xsi:type="dcterms:W3CDTF">2025-09-03T15:49:53Z</dcterms:modified>
</cp:coreProperties>
</file>