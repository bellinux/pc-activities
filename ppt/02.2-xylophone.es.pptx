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¿Alguna vez has soñado con crear música con solo mover tus manos? En esta misión, haremos que ese sueño se vuelva realidad. Dejaremos de lado los botones y las teclas para darle a nuestro programa "sentidos" para percibir el mundo real. Aprenderás a usar el sensor de movimiento de tu dispositivo para crear un xilófono mágico, donde cada inclinación se convierte en una nota musical diferente. ¡Prepárate para dirigir tu propia sinfonía de movimientos!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Haz clic en el signo de interrogación para abrir los comentarios que explican el código. El programa es muy simple: dentro de un bucle `repetir para siempre`, leemos el valor de la inclinación en el eje Y. Luego, dividimos ese número por 2, le sumamos una frecuencia base (440 hercios, la nota La) y tocamos esa frecuencia. Al inclinar el celular, la inclinación va más o menos de −100 a 100: dividida por 2, el sonido sube o baja como mucho 50 hercios, entre unos 390 y 490. La base cumple además una segunda función: la inclinación puede ser negativa, y una frecuencia de 0 o menos no suena; con 440, la frecuencia es siempre positiva. ¡Así, cada ángulo de inclinación produce un sonido diferente! </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xilofono-inclinacion&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Xilófono Mágico Inclinable</a:t>
            </a:r>
          </a:p>
        </p:txBody>
      </p:sp>
      <p:sp>
        <p:nvSpPr>
          <p:cNvPr id="3" name="Subtitle 2"/>
          <p:cNvSpPr>
            <a:spLocks noGrp="1"/>
          </p:cNvSpPr>
          <p:nvPr>
            <p:ph type="subTitle" idx="1"/>
          </p:nvPr>
        </p:nvSpPr>
        <p:spPr/>
        <p:txBody>
          <a:bodyPr/>
          <a:lstStyle/>
          <a:p>
            <a:r>
              <a:t>Convierte el movimiento en música. Aprende a 'relacionar' los datos de un sensor de inclinación para crear un instrumento mágico que controlas girando tu dispositivo.</a:t>
            </a:r>
          </a:p>
        </p:txBody>
      </p:sp>
      <p:pic>
        <p:nvPicPr>
          <p:cNvPr id="4" name="Picture Placeholder 3" descr="src_02.2-xylophone_02.2-xilofono-magico-inclinable.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02.2_xylophon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¿Cómo 'Sienten' los Programas?</a:t>
            </a:r>
          </a:p>
        </p:txBody>
      </p:sp>
      <p:pic>
        <p:nvPicPr>
          <p:cNvPr id="3" name="Picture Placeholder 2" descr="src_02.2-xylophone_a-sensor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800"/>
              <a:t>Así como nosotros tenemos sentidos (vista, oído, tacto) para entender el mundo, los dispositivos electrónicos tienen </a:t>
            </a:r>
            <a:r>
              <a:rPr sz="1800" b="1"/>
              <a:t>sensores</a:t>
            </a:r>
            <a:r>
              <a:rPr sz="1800"/>
              <a:t>. Una cámara es como un ojo, un micrófono como un oído, y para sentir el movimiento, ¡usan un </a:t>
            </a:r>
            <a:r>
              <a:rPr sz="1800" b="1"/>
              <a:t>acelerómetro</a:t>
            </a:r>
            <a:r>
              <a:rPr sz="1800"/>
              <a:t>! Estos sensores le dan al programa información sobre el mundo físico que lo rodea.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Acelerómetro: El Sentido del Equilibrio</a:t>
            </a:r>
          </a:p>
        </p:txBody>
      </p:sp>
      <p:pic>
        <p:nvPicPr>
          <p:cNvPr id="3" name="Picture Placeholder 2" descr="src_02.2-xylophone_b-accelerometer-axi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700"/>
              <a:t>El </a:t>
            </a:r>
            <a:r>
              <a:rPr sz="1700" b="1"/>
              <a:t>acelerómetro</a:t>
            </a:r>
            <a:r>
              <a:rPr sz="1700"/>
              <a:t> es un pequeño sensor dentro de tu celular que mide la aceleración y siente la fuerza de la gravedad. Gracias a él, el celular sabe si lo estás inclinando hacia adelante, hacia atrás, a la izquierda o a la derecha. Mide esta inclinación en tres ejes: X (izquierda-derecha), Y (adelante-atrás) y Z (arriba-abajo). Para nuestro xilófono, ¡usaremos el eje Y para controlar las notas!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¿Qué es el Mapeo Directo?</a:t>
            </a:r>
          </a:p>
        </p:txBody>
      </p:sp>
      <p:pic>
        <p:nvPicPr>
          <p:cNvPr id="3" name="Picture Placeholder 2" descr="src_02.2-xylophone_c-direct-mapping.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400"/>
              <a:t>El </a:t>
            </a:r>
            <a:r>
              <a:rPr sz="1400" b="1"/>
              <a:t>Mapeo Directo</a:t>
            </a:r>
            <a:r>
              <a:rPr sz="1400"/>
              <a:t> suena complicado, ¡pero es como una traducción instantánea! Significa tomar el valor numérico que nos da un sensor y usarlo *directamente* para controlar una salida.</a:t>
            </a:r>
          </a:p>
          <a:p>
            <a:r>
              <a:rPr sz="1400"/>
              <a:t>En nuestro caso:</a:t>
            </a:r>
          </a:p>
          <a:p>
            <a:r>
              <a:rPr sz="1400"/>
              <a:t>- La </a:t>
            </a:r>
            <a:r>
              <a:rPr sz="1400" b="1"/>
              <a:t>Entrada</a:t>
            </a:r>
            <a:r>
              <a:rPr sz="1400"/>
              <a:t> es el número de la inclinación del celular.</a:t>
            </a:r>
          </a:p>
          <a:p>
            <a:r>
              <a:rPr sz="1400"/>
              <a:t>- La </a:t>
            </a:r>
            <a:r>
              <a:rPr sz="1400" b="1"/>
              <a:t>Salida</a:t>
            </a:r>
            <a:r>
              <a:rPr sz="1400"/>
              <a:t> es el sonido que escuchamos, más grave o más agudo.</a:t>
            </a:r>
          </a:p>
          <a:p>
            <a:r>
              <a:rPr sz="1400"/>
              <a:t>Si inclinas un poco, el sonido cambia un poco. Si inclinas mucho, cambia mucho. ¡El movimiento se "mapea" directamente al sonido!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Añadir dispositivo</a:t>
            </a:r>
            <a:r>
              <a:rPr sz="3000"/>
              <a:t> y selecciona </a:t>
            </a:r>
            <a:r>
              <a:rPr sz="3000" b="1"/>
              <a:t>TecladoMusical</a:t>
            </a:r>
            <a:r>
              <a:rPr sz="3000"/>
              <a:t> para producir el sonido.</a:t>
            </a:r>
          </a:p>
          <a:p>
            <a:r>
              <a:rPr sz="3000"/>
              <a:t>Presiona de nuevo </a:t>
            </a:r>
            <a:r>
              <a:rPr sz="3000" b="1"/>
              <a:t>Añadir dispositivo</a:t>
            </a:r>
            <a:r>
              <a:rPr sz="3000"/>
              <a:t> y selecciona </a:t>
            </a:r>
            <a:r>
              <a:rPr sz="3000" b="1"/>
              <a:t>Inclinación</a:t>
            </a:r>
            <a:r>
              <a:rPr sz="3000"/>
              <a:t> para leer el movimiento del dispositivo.</a:t>
            </a:r>
          </a:p>
          <a:p>
            <a:r>
              <a:rPr sz="3000"/>
              <a:t>Recuerda escanear ambos códigos QR con el mismo celular o abrirlos en la misma ventana.</a:t>
            </a:r>
          </a:p>
        </p:txBody>
      </p:sp>
      <p:sp>
        <p:nvSpPr>
          <p:cNvPr id="4" name="Chart Placeholder 3"/>
          <p:cNvSpPr>
            <a:spLocks noGrp="1"/>
          </p:cNvSpPr>
          <p:nvPr>
            <p:ph type="chart" idx="14" sz="quarter"/>
          </p:nvPr>
        </p:nvSpPr>
        <p:spPr/>
        <p:txBody>
          <a:bodyPr/>
          <a:p>
            <a:r>
              <a:rPr sz="1400"/>
              <a:t>Construyamos nuestro xilófono mágico.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ebe7d03d79be7be70523fdc4754598d6.png"/>
          <p:cNvPicPr>
            <a:picLocks noGrp="1" noChangeAspect="1"/>
          </p:cNvPicPr>
          <p:nvPr>
            <p:ph type="pic" idx="11" sz="quarter"/>
          </p:nvPr>
        </p:nvPicPr>
        <p:blipFill>
          <a:blip r:embed="rId3"/>
          <a:srcRect/>
          <a:stretch>
            <a:fillRect/>
          </a:stretch>
        </p:blipFill>
        <p:spPr>
          <a:xfrm>
            <a:off x="340563" y="3023037"/>
            <a:ext cx="7571494" cy="2920805"/>
          </a:xfrm>
        </p:spPr>
      </p:pic>
      <p:sp>
        <p:nvSpPr>
          <p:cNvPr id="4" name="Text Placeholder 3"/>
          <p:cNvSpPr>
            <a:spLocks noGrp="1"/>
          </p:cNvSpPr>
          <p:nvPr>
            <p:ph type="body" idx="12" sz="quarter"/>
          </p:nvPr>
        </p:nvSpPr>
        <p:spPr/>
        <p:txBody>
          <a:bodyPr wrap="square">
            <a:normAutofit/>
          </a:bodyPr>
          <a:lstStyle/>
          <a:p>
            <a:r>
              <a:rPr sz="1800"/>
              <a:t>Haz clic en el signo de interrogación para abrir los comentarios que explican el código.</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400"/>
              <a:t>Acabas de crear un instrumento musical sin teclas. ¿Cuál es la relación entre los datos en este proyecto?</a:t>
            </a:r>
          </a:p>
          <a:p>
            <a:r>
              <a:rPr sz="2400"/>
              <a:t>El código usa el eje Y (inclinación adelante/atrás). ¿Qué crees que pasaría si lo cambiaras para que leyera el eje X (inclinación izquierda/derecha)?</a:t>
            </a:r>
          </a:p>
          <a:p>
            <a:r>
              <a:rPr sz="2400"/>
              <a:t>Además de notas musicales, ¿qué otras cosas podrías controlar con el sensor de inclinación? ¿La intensidad del sonido? ¿Prender una cantidad específica de LEDs? ¿El tipo de sonido?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02.2-xylophone_d-xylophone-light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100"/>
              <a:t>¡Conviértelo en un instrumento audiovisual! El siguiente paso es hacer que una luz se mueva en la pantalla junto con la nota que estás tocando. ¿Cómo agregarías un componente de LEDs y harías que su posición también dependa del valor de la inclinación?</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