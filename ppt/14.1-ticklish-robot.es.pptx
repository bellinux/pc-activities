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dia/image2.svg" ContentType="image/svg+xml"/>
  <Override PartName="/ppt/media/image4.svg" ContentType="image/svg+xml"/>
  <Override PartName="/ppt/media/image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9"/>
    <p:sldId id="258" r:id="rId11"/>
    <p:sldId id="259" r:id="rId12"/>
    <p:sldId id="260" r:id="rId13"/>
    <p:sldId id="261" r:id="rId14"/>
    <p:sldId id="262" r:id="rId15"/>
    <p:sldId id="263" r:id="rId16"/>
    <p:sldId id="264" r:id="rId17"/>
    <p:sldId id="265"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338CA"/>
    <a:srgbClr val="1D4ED8"/>
    <a:srgbClr val="A551F4"/>
    <a:srgbClr val="FFFFFF"/>
    <a:srgbClr val="A16207"/>
    <a:srgbClr val="000000"/>
    <a:srgbClr val="FACC15"/>
    <a:srgbClr val="FFC93C"/>
    <a:srgbClr val="0575B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6D7F994-7B23-4B30-9E0D-141B518001FB}" v="23" dt="2025-09-03T15:49:48.49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1" d="100"/>
          <a:sy n="111" d="100"/>
        </p:scale>
        <p:origin x="558"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microsoft.com/office/2016/11/relationships/changesInfo" Target="changesInfos/changesInfo1.xml"/><Relationship Id="rId8" Type="http://schemas.microsoft.com/office/2015/10/relationships/revisionInfo" Target="revisionInfo.xml"/><Relationship Id="rId9" Type="http://schemas.openxmlformats.org/officeDocument/2006/relationships/slide" Target="slides/slide2.xml"/><Relationship Id="rId10" Type="http://schemas.openxmlformats.org/officeDocument/2006/relationships/notesMaster" Target="notesMasters/notesMaster1.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ssio Bellino" userId="4d67f9ee-b7e6-436d-9ca9-011d058f5ab9" providerId="ADAL" clId="{D6D7F994-7B23-4B30-9E0D-141B518001FB}"/>
    <pc:docChg chg="undo custSel delSld modMainMaster">
      <pc:chgData name="Alessio Bellino" userId="4d67f9ee-b7e6-436d-9ca9-011d058f5ab9" providerId="ADAL" clId="{D6D7F994-7B23-4B30-9E0D-141B518001FB}" dt="2025-09-03T15:49:48.493" v="146" actId="404"/>
      <pc:docMkLst>
        <pc:docMk/>
      </pc:docMkLst>
      <pc:sldChg chg="del">
        <pc:chgData name="Alessio Bellino" userId="4d67f9ee-b7e6-436d-9ca9-011d058f5ab9" providerId="ADAL" clId="{D6D7F994-7B23-4B30-9E0D-141B518001FB}" dt="2025-08-27T01:13:29.985" v="83" actId="47"/>
        <pc:sldMkLst>
          <pc:docMk/>
          <pc:sldMk cId="1091577834" sldId="256"/>
        </pc:sldMkLst>
      </pc:sldChg>
      <pc:sldChg chg="del">
        <pc:chgData name="Alessio Bellino" userId="4d67f9ee-b7e6-436d-9ca9-011d058f5ab9" providerId="ADAL" clId="{D6D7F994-7B23-4B30-9E0D-141B518001FB}" dt="2025-08-27T01:13:28.949" v="82" actId="47"/>
        <pc:sldMkLst>
          <pc:docMk/>
          <pc:sldMk cId="0" sldId="257"/>
        </pc:sldMkLst>
      </pc:sldChg>
      <pc:sldChg chg="del">
        <pc:chgData name="Alessio Bellino" userId="4d67f9ee-b7e6-436d-9ca9-011d058f5ab9" providerId="ADAL" clId="{D6D7F994-7B23-4B30-9E0D-141B518001FB}" dt="2025-08-27T01:13:25.571" v="81" actId="47"/>
        <pc:sldMkLst>
          <pc:docMk/>
          <pc:sldMk cId="0" sldId="258"/>
        </pc:sldMkLst>
      </pc:sldChg>
      <pc:sldChg chg="del">
        <pc:chgData name="Alessio Bellino" userId="4d67f9ee-b7e6-436d-9ca9-011d058f5ab9" providerId="ADAL" clId="{D6D7F994-7B23-4B30-9E0D-141B518001FB}" dt="2025-08-27T01:13:25.571" v="81" actId="47"/>
        <pc:sldMkLst>
          <pc:docMk/>
          <pc:sldMk cId="0" sldId="259"/>
        </pc:sldMkLst>
      </pc:sldChg>
      <pc:sldChg chg="del">
        <pc:chgData name="Alessio Bellino" userId="4d67f9ee-b7e6-436d-9ca9-011d058f5ab9" providerId="ADAL" clId="{D6D7F994-7B23-4B30-9E0D-141B518001FB}" dt="2025-08-27T01:13:25.571" v="81" actId="47"/>
        <pc:sldMkLst>
          <pc:docMk/>
          <pc:sldMk cId="0" sldId="260"/>
        </pc:sldMkLst>
      </pc:sldChg>
      <pc:sldChg chg="del">
        <pc:chgData name="Alessio Bellino" userId="4d67f9ee-b7e6-436d-9ca9-011d058f5ab9" providerId="ADAL" clId="{D6D7F994-7B23-4B30-9E0D-141B518001FB}" dt="2025-08-27T01:13:25.571" v="81" actId="47"/>
        <pc:sldMkLst>
          <pc:docMk/>
          <pc:sldMk cId="0" sldId="261"/>
        </pc:sldMkLst>
      </pc:sldChg>
      <pc:sldChg chg="del">
        <pc:chgData name="Alessio Bellino" userId="4d67f9ee-b7e6-436d-9ca9-011d058f5ab9" providerId="ADAL" clId="{D6D7F994-7B23-4B30-9E0D-141B518001FB}" dt="2025-08-27T01:13:25.571" v="81" actId="47"/>
        <pc:sldMkLst>
          <pc:docMk/>
          <pc:sldMk cId="0" sldId="262"/>
        </pc:sldMkLst>
      </pc:sldChg>
      <pc:sldChg chg="del">
        <pc:chgData name="Alessio Bellino" userId="4d67f9ee-b7e6-436d-9ca9-011d058f5ab9" providerId="ADAL" clId="{D6D7F994-7B23-4B30-9E0D-141B518001FB}" dt="2025-08-27T01:13:25.571" v="81" actId="47"/>
        <pc:sldMkLst>
          <pc:docMk/>
          <pc:sldMk cId="0" sldId="263"/>
        </pc:sldMkLst>
      </pc:sldChg>
      <pc:sldChg chg="del">
        <pc:chgData name="Alessio Bellino" userId="4d67f9ee-b7e6-436d-9ca9-011d058f5ab9" providerId="ADAL" clId="{D6D7F994-7B23-4B30-9E0D-141B518001FB}" dt="2025-08-27T01:13:25.571" v="81" actId="47"/>
        <pc:sldMkLst>
          <pc:docMk/>
          <pc:sldMk cId="0" sldId="264"/>
        </pc:sldMkLst>
      </pc:sldChg>
      <pc:sldChg chg="del">
        <pc:chgData name="Alessio Bellino" userId="4d67f9ee-b7e6-436d-9ca9-011d058f5ab9" providerId="ADAL" clId="{D6D7F994-7B23-4B30-9E0D-141B518001FB}" dt="2025-08-27T01:13:25.571" v="81" actId="47"/>
        <pc:sldMkLst>
          <pc:docMk/>
          <pc:sldMk cId="0" sldId="265"/>
        </pc:sldMkLst>
      </pc:sldChg>
      <pc:sldChg chg="del">
        <pc:chgData name="Alessio Bellino" userId="4d67f9ee-b7e6-436d-9ca9-011d058f5ab9" providerId="ADAL" clId="{D6D7F994-7B23-4B30-9E0D-141B518001FB}" dt="2025-08-27T01:13:25.571" v="81" actId="47"/>
        <pc:sldMkLst>
          <pc:docMk/>
          <pc:sldMk cId="0" sldId="266"/>
        </pc:sldMkLst>
      </pc:sldChg>
      <pc:sldChg chg="del">
        <pc:chgData name="Alessio Bellino" userId="4d67f9ee-b7e6-436d-9ca9-011d058f5ab9" providerId="ADAL" clId="{D6D7F994-7B23-4B30-9E0D-141B518001FB}" dt="2025-08-27T01:13:25.571" v="81" actId="47"/>
        <pc:sldMkLst>
          <pc:docMk/>
          <pc:sldMk cId="0" sldId="267"/>
        </pc:sldMkLst>
      </pc:sldChg>
      <pc:sldChg chg="del">
        <pc:chgData name="Alessio Bellino" userId="4d67f9ee-b7e6-436d-9ca9-011d058f5ab9" providerId="ADAL" clId="{D6D7F994-7B23-4B30-9E0D-141B518001FB}" dt="2025-08-27T01:13:25.571" v="81" actId="47"/>
        <pc:sldMkLst>
          <pc:docMk/>
          <pc:sldMk cId="0" sldId="268"/>
        </pc:sldMkLst>
      </pc:sldChg>
      <pc:sldMasterChg chg="modSldLayout">
        <pc:chgData name="Alessio Bellino" userId="4d67f9ee-b7e6-436d-9ca9-011d058f5ab9" providerId="ADAL" clId="{D6D7F994-7B23-4B30-9E0D-141B518001FB}" dt="2025-09-03T15:49:48.493" v="146" actId="404"/>
        <pc:sldMasterMkLst>
          <pc:docMk/>
          <pc:sldMasterMk cId="661577070" sldId="2147483648"/>
        </pc:sldMasterMkLst>
        <pc:sldLayoutChg chg="modSp mod">
          <pc:chgData name="Alessio Bellino" userId="4d67f9ee-b7e6-436d-9ca9-011d058f5ab9" providerId="ADAL" clId="{D6D7F994-7B23-4B30-9E0D-141B518001FB}" dt="2025-09-03T15:49:04.125" v="130" actId="403"/>
          <pc:sldLayoutMkLst>
            <pc:docMk/>
            <pc:sldMasterMk cId="661577070" sldId="2147483648"/>
            <pc:sldLayoutMk cId="552119573" sldId="2147483649"/>
          </pc:sldLayoutMkLst>
          <pc:spChg chg="mod">
            <ac:chgData name="Alessio Bellino" userId="4d67f9ee-b7e6-436d-9ca9-011d058f5ab9" providerId="ADAL" clId="{D6D7F994-7B23-4B30-9E0D-141B518001FB}" dt="2025-09-03T15:49:04.125" v="130" actId="403"/>
            <ac:spMkLst>
              <pc:docMk/>
              <pc:sldMasterMk cId="661577070" sldId="2147483648"/>
              <pc:sldLayoutMk cId="552119573" sldId="2147483649"/>
              <ac:spMk id="2" creationId="{F452E439-A5BF-EE24-C08E-1F9F20701E7E}"/>
            </ac:spMkLst>
          </pc:spChg>
          <pc:spChg chg="mod">
            <ac:chgData name="Alessio Bellino" userId="4d67f9ee-b7e6-436d-9ca9-011d058f5ab9" providerId="ADAL" clId="{D6D7F994-7B23-4B30-9E0D-141B518001FB}" dt="2025-09-03T15:29:12.824" v="119" actId="1035"/>
            <ac:spMkLst>
              <pc:docMk/>
              <pc:sldMasterMk cId="661577070" sldId="2147483648"/>
              <pc:sldLayoutMk cId="552119573" sldId="2147483649"/>
              <ac:spMk id="7" creationId="{D9290BF2-0C25-514A-9D89-51E5C7543451}"/>
            </ac:spMkLst>
          </pc:spChg>
        </pc:sldLayoutChg>
        <pc:sldLayoutChg chg="modSp mod">
          <pc:chgData name="Alessio Bellino" userId="4d67f9ee-b7e6-436d-9ca9-011d058f5ab9" providerId="ADAL" clId="{D6D7F994-7B23-4B30-9E0D-141B518001FB}" dt="2025-09-03T15:48:48.805" v="127" actId="404"/>
          <pc:sldLayoutMkLst>
            <pc:docMk/>
            <pc:sldMasterMk cId="661577070" sldId="2147483648"/>
            <pc:sldLayoutMk cId="1168460104" sldId="2147483656"/>
          </pc:sldLayoutMkLst>
          <pc:spChg chg="mod">
            <ac:chgData name="Alessio Bellino" userId="4d67f9ee-b7e6-436d-9ca9-011d058f5ab9" providerId="ADAL" clId="{D6D7F994-7B23-4B30-9E0D-141B518001FB}" dt="2025-09-03T15:48:48.805" v="127" actId="404"/>
            <ac:spMkLst>
              <pc:docMk/>
              <pc:sldMasterMk cId="661577070" sldId="2147483648"/>
              <pc:sldLayoutMk cId="1168460104" sldId="2147483656"/>
              <ac:spMk id="2" creationId="{D7FA4241-75AB-E168-9F15-606C0FA2D9CB}"/>
            </ac:spMkLst>
          </pc:spChg>
          <pc:spChg chg="mod">
            <ac:chgData name="Alessio Bellino" userId="4d67f9ee-b7e6-436d-9ca9-011d058f5ab9" providerId="ADAL" clId="{D6D7F994-7B23-4B30-9E0D-141B518001FB}" dt="2025-09-03T15:29:29.320" v="121" actId="207"/>
            <ac:spMkLst>
              <pc:docMk/>
              <pc:sldMasterMk cId="661577070" sldId="2147483648"/>
              <pc:sldLayoutMk cId="1168460104" sldId="2147483656"/>
              <ac:spMk id="4" creationId="{A9CE6CAF-4FD0-1FA1-1965-C06A9FCE86EB}"/>
            </ac:spMkLst>
          </pc:spChg>
        </pc:sldLayoutChg>
        <pc:sldLayoutChg chg="modSp mod">
          <pc:chgData name="Alessio Bellino" userId="4d67f9ee-b7e6-436d-9ca9-011d058f5ab9" providerId="ADAL" clId="{D6D7F994-7B23-4B30-9E0D-141B518001FB}" dt="2025-09-03T15:49:12.616" v="132" actId="404"/>
          <pc:sldLayoutMkLst>
            <pc:docMk/>
            <pc:sldMasterMk cId="661577070" sldId="2147483648"/>
            <pc:sldLayoutMk cId="892857456" sldId="2147483657"/>
          </pc:sldLayoutMkLst>
          <pc:spChg chg="mod">
            <ac:chgData name="Alessio Bellino" userId="4d67f9ee-b7e6-436d-9ca9-011d058f5ab9" providerId="ADAL" clId="{D6D7F994-7B23-4B30-9E0D-141B518001FB}" dt="2025-09-03T15:49:12.616" v="132" actId="404"/>
            <ac:spMkLst>
              <pc:docMk/>
              <pc:sldMasterMk cId="661577070" sldId="2147483648"/>
              <pc:sldLayoutMk cId="892857456" sldId="2147483657"/>
              <ac:spMk id="2" creationId="{D7FA4241-75AB-E168-9F15-606C0FA2D9CB}"/>
            </ac:spMkLst>
          </pc:spChg>
          <pc:spChg chg="mod">
            <ac:chgData name="Alessio Bellino" userId="4d67f9ee-b7e6-436d-9ca9-011d058f5ab9" providerId="ADAL" clId="{D6D7F994-7B23-4B30-9E0D-141B518001FB}" dt="2025-09-03T15:29:23.023" v="120" actId="207"/>
            <ac:spMkLst>
              <pc:docMk/>
              <pc:sldMasterMk cId="661577070" sldId="2147483648"/>
              <pc:sldLayoutMk cId="892857456" sldId="2147483657"/>
              <ac:spMk id="4" creationId="{A9CE6CAF-4FD0-1FA1-1965-C06A9FCE86EB}"/>
            </ac:spMkLst>
          </pc:spChg>
        </pc:sldLayoutChg>
        <pc:sldLayoutChg chg="modSp mod">
          <pc:chgData name="Alessio Bellino" userId="4d67f9ee-b7e6-436d-9ca9-011d058f5ab9" providerId="ADAL" clId="{D6D7F994-7B23-4B30-9E0D-141B518001FB}" dt="2025-09-03T15:49:21.285" v="134" actId="404"/>
          <pc:sldLayoutMkLst>
            <pc:docMk/>
            <pc:sldMasterMk cId="661577070" sldId="2147483648"/>
            <pc:sldLayoutMk cId="2348620504" sldId="2147483658"/>
          </pc:sldLayoutMkLst>
          <pc:spChg chg="mod">
            <ac:chgData name="Alessio Bellino" userId="4d67f9ee-b7e6-436d-9ca9-011d058f5ab9" providerId="ADAL" clId="{D6D7F994-7B23-4B30-9E0D-141B518001FB}" dt="2025-09-03T15:49:21.285" v="134" actId="404"/>
            <ac:spMkLst>
              <pc:docMk/>
              <pc:sldMasterMk cId="661577070" sldId="2147483648"/>
              <pc:sldLayoutMk cId="2348620504" sldId="2147483658"/>
              <ac:spMk id="2" creationId="{D7FA4241-75AB-E168-9F15-606C0FA2D9CB}"/>
            </ac:spMkLst>
          </pc:spChg>
          <pc:spChg chg="mod">
            <ac:chgData name="Alessio Bellino" userId="4d67f9ee-b7e6-436d-9ca9-011d058f5ab9" providerId="ADAL" clId="{D6D7F994-7B23-4B30-9E0D-141B518001FB}" dt="2025-09-03T15:29:01.370" v="113" actId="207"/>
            <ac:spMkLst>
              <pc:docMk/>
              <pc:sldMasterMk cId="661577070" sldId="2147483648"/>
              <pc:sldLayoutMk cId="2348620504" sldId="2147483658"/>
              <ac:spMk id="4" creationId="{A9CE6CAF-4FD0-1FA1-1965-C06A9FCE86EB}"/>
            </ac:spMkLst>
          </pc:spChg>
        </pc:sldLayoutChg>
        <pc:sldLayoutChg chg="addSp delSp modSp mod">
          <pc:chgData name="Alessio Bellino" userId="4d67f9ee-b7e6-436d-9ca9-011d058f5ab9" providerId="ADAL" clId="{D6D7F994-7B23-4B30-9E0D-141B518001FB}" dt="2025-09-03T15:49:28.125" v="136" actId="404"/>
          <pc:sldLayoutMkLst>
            <pc:docMk/>
            <pc:sldMasterMk cId="661577070" sldId="2147483648"/>
            <pc:sldLayoutMk cId="1471266884" sldId="2147483659"/>
          </pc:sldLayoutMkLst>
          <pc:spChg chg="mod">
            <ac:chgData name="Alessio Bellino" userId="4d67f9ee-b7e6-436d-9ca9-011d058f5ab9" providerId="ADAL" clId="{D6D7F994-7B23-4B30-9E0D-141B518001FB}" dt="2025-09-03T15:49:28.125" v="136" actId="404"/>
            <ac:spMkLst>
              <pc:docMk/>
              <pc:sldMasterMk cId="661577070" sldId="2147483648"/>
              <pc:sldLayoutMk cId="1471266884" sldId="2147483659"/>
              <ac:spMk id="2" creationId="{D7FA4241-75AB-E168-9F15-606C0FA2D9CB}"/>
            </ac:spMkLst>
          </pc:spChg>
          <pc:spChg chg="add mod">
            <ac:chgData name="Alessio Bellino" userId="4d67f9ee-b7e6-436d-9ca9-011d058f5ab9" providerId="ADAL" clId="{D6D7F994-7B23-4B30-9E0D-141B518001FB}" dt="2025-08-27T01:11:08.780" v="46" actId="1035"/>
            <ac:spMkLst>
              <pc:docMk/>
              <pc:sldMasterMk cId="661577070" sldId="2147483648"/>
              <pc:sldLayoutMk cId="1471266884" sldId="2147483659"/>
              <ac:spMk id="3" creationId="{F876292C-B4E7-FCE3-1E74-154C919298A3}"/>
            </ac:spMkLst>
          </pc:spChg>
          <pc:spChg chg="mod">
            <ac:chgData name="Alessio Bellino" userId="4d67f9ee-b7e6-436d-9ca9-011d058f5ab9" providerId="ADAL" clId="{D6D7F994-7B23-4B30-9E0D-141B518001FB}" dt="2025-09-03T15:29:00.979" v="112" actId="207"/>
            <ac:spMkLst>
              <pc:docMk/>
              <pc:sldMasterMk cId="661577070" sldId="2147483648"/>
              <pc:sldLayoutMk cId="1471266884" sldId="2147483659"/>
              <ac:spMk id="4" creationId="{A9CE6CAF-4FD0-1FA1-1965-C06A9FCE86EB}"/>
            </ac:spMkLst>
          </pc:spChg>
          <pc:spChg chg="add mod">
            <ac:chgData name="Alessio Bellino" userId="4d67f9ee-b7e6-436d-9ca9-011d058f5ab9" providerId="ADAL" clId="{D6D7F994-7B23-4B30-9E0D-141B518001FB}" dt="2025-08-27T01:10:37.653" v="27" actId="1076"/>
            <ac:spMkLst>
              <pc:docMk/>
              <pc:sldMasterMk cId="661577070" sldId="2147483648"/>
              <pc:sldLayoutMk cId="1471266884" sldId="2147483659"/>
              <ac:spMk id="5" creationId="{6F44FAD5-85C0-5126-BEBB-39AE90164067}"/>
            </ac:spMkLst>
          </pc:spChg>
          <pc:spChg chg="add mod">
            <ac:chgData name="Alessio Bellino" userId="4d67f9ee-b7e6-436d-9ca9-011d058f5ab9" providerId="ADAL" clId="{D6D7F994-7B23-4B30-9E0D-141B518001FB}" dt="2025-08-27T01:10:37.653" v="27" actId="1076"/>
            <ac:spMkLst>
              <pc:docMk/>
              <pc:sldMasterMk cId="661577070" sldId="2147483648"/>
              <pc:sldLayoutMk cId="1471266884" sldId="2147483659"/>
              <ac:spMk id="6" creationId="{5E15C401-2708-BE2C-313C-6E972121150A}"/>
            </ac:spMkLst>
          </pc:spChg>
          <pc:spChg chg="mod">
            <ac:chgData name="Alessio Bellino" userId="4d67f9ee-b7e6-436d-9ca9-011d058f5ab9" providerId="ADAL" clId="{D6D7F994-7B23-4B30-9E0D-141B518001FB}" dt="2025-08-27T01:11:08.780" v="46" actId="1035"/>
            <ac:spMkLst>
              <pc:docMk/>
              <pc:sldMasterMk cId="661577070" sldId="2147483648"/>
              <pc:sldLayoutMk cId="1471266884" sldId="2147483659"/>
              <ac:spMk id="10" creationId="{7EE5EA41-8A93-19E6-0938-921548C16043}"/>
            </ac:spMkLst>
          </pc:spChg>
          <pc:spChg chg="mod">
            <ac:chgData name="Alessio Bellino" userId="4d67f9ee-b7e6-436d-9ca9-011d058f5ab9" providerId="ADAL" clId="{D6D7F994-7B23-4B30-9E0D-141B518001FB}" dt="2025-08-27T01:11:37.001" v="74" actId="14100"/>
            <ac:spMkLst>
              <pc:docMk/>
              <pc:sldMasterMk cId="661577070" sldId="2147483648"/>
              <pc:sldLayoutMk cId="1471266884" sldId="2147483659"/>
              <ac:spMk id="13" creationId="{33A5CA17-0E07-7C00-D057-B222092BBE90}"/>
            </ac:spMkLst>
          </pc:spChg>
        </pc:sldLayoutChg>
        <pc:sldLayoutChg chg="addSp delSp modSp mod">
          <pc:chgData name="Alessio Bellino" userId="4d67f9ee-b7e6-436d-9ca9-011d058f5ab9" providerId="ADAL" clId="{D6D7F994-7B23-4B30-9E0D-141B518001FB}" dt="2025-09-03T15:48:58.086" v="129" actId="403"/>
          <pc:sldLayoutMkLst>
            <pc:docMk/>
            <pc:sldMasterMk cId="661577070" sldId="2147483648"/>
            <pc:sldLayoutMk cId="1862163226" sldId="2147483660"/>
          </pc:sldLayoutMkLst>
          <pc:spChg chg="mod">
            <ac:chgData name="Alessio Bellino" userId="4d67f9ee-b7e6-436d-9ca9-011d058f5ab9" providerId="ADAL" clId="{D6D7F994-7B23-4B30-9E0D-141B518001FB}" dt="2025-09-03T15:48:58.086" v="129" actId="403"/>
            <ac:spMkLst>
              <pc:docMk/>
              <pc:sldMasterMk cId="661577070" sldId="2147483648"/>
              <pc:sldLayoutMk cId="1862163226" sldId="2147483660"/>
              <ac:spMk id="2" creationId="{F452E439-A5BF-EE24-C08E-1F9F20701E7E}"/>
            </ac:spMkLst>
          </pc:spChg>
          <pc:spChg chg="mod">
            <ac:chgData name="Alessio Bellino" userId="4d67f9ee-b7e6-436d-9ca9-011d058f5ab9" providerId="ADAL" clId="{D6D7F994-7B23-4B30-9E0D-141B518001FB}" dt="2025-09-03T15:29:32.545" v="122" actId="207"/>
            <ac:spMkLst>
              <pc:docMk/>
              <pc:sldMasterMk cId="661577070" sldId="2147483648"/>
              <pc:sldLayoutMk cId="1862163226" sldId="2147483660"/>
              <ac:spMk id="7" creationId="{D9290BF2-0C25-514A-9D89-51E5C7543451}"/>
            </ac:spMkLst>
          </pc:spChg>
        </pc:sldLayoutChg>
        <pc:sldLayoutChg chg="modSp mod">
          <pc:chgData name="Alessio Bellino" userId="4d67f9ee-b7e6-436d-9ca9-011d058f5ab9" providerId="ADAL" clId="{D6D7F994-7B23-4B30-9E0D-141B518001FB}" dt="2025-09-03T15:49:36.430" v="140" actId="404"/>
          <pc:sldLayoutMkLst>
            <pc:docMk/>
            <pc:sldMasterMk cId="661577070" sldId="2147483648"/>
            <pc:sldLayoutMk cId="4274332006" sldId="2147483661"/>
          </pc:sldLayoutMkLst>
          <pc:spChg chg="mod">
            <ac:chgData name="Alessio Bellino" userId="4d67f9ee-b7e6-436d-9ca9-011d058f5ab9" providerId="ADAL" clId="{D6D7F994-7B23-4B30-9E0D-141B518001FB}" dt="2025-09-03T15:49:36.430" v="140" actId="404"/>
            <ac:spMkLst>
              <pc:docMk/>
              <pc:sldMasterMk cId="661577070" sldId="2147483648"/>
              <pc:sldLayoutMk cId="4274332006" sldId="2147483661"/>
              <ac:spMk id="2" creationId="{D7FA4241-75AB-E168-9F15-606C0FA2D9CB}"/>
            </ac:spMkLst>
          </pc:spChg>
          <pc:spChg chg="mod">
            <ac:chgData name="Alessio Bellino" userId="4d67f9ee-b7e6-436d-9ca9-011d058f5ab9" providerId="ADAL" clId="{D6D7F994-7B23-4B30-9E0D-141B518001FB}" dt="2025-09-03T15:29:00.051" v="110" actId="207"/>
            <ac:spMkLst>
              <pc:docMk/>
              <pc:sldMasterMk cId="661577070" sldId="2147483648"/>
              <pc:sldLayoutMk cId="4274332006" sldId="2147483661"/>
              <ac:spMk id="6" creationId="{A414259A-EE28-0473-21CE-0257CE7539E5}"/>
            </ac:spMkLst>
          </pc:spChg>
        </pc:sldLayoutChg>
        <pc:sldLayoutChg chg="modSp mod">
          <pc:chgData name="Alessio Bellino" userId="4d67f9ee-b7e6-436d-9ca9-011d058f5ab9" providerId="ADAL" clId="{D6D7F994-7B23-4B30-9E0D-141B518001FB}" dt="2025-09-03T15:49:33.029" v="138" actId="404"/>
          <pc:sldLayoutMkLst>
            <pc:docMk/>
            <pc:sldMasterMk cId="661577070" sldId="2147483648"/>
            <pc:sldLayoutMk cId="708463557" sldId="2147483662"/>
          </pc:sldLayoutMkLst>
          <pc:spChg chg="mod">
            <ac:chgData name="Alessio Bellino" userId="4d67f9ee-b7e6-436d-9ca9-011d058f5ab9" providerId="ADAL" clId="{D6D7F994-7B23-4B30-9E0D-141B518001FB}" dt="2025-09-03T15:49:33.029" v="138" actId="404"/>
            <ac:spMkLst>
              <pc:docMk/>
              <pc:sldMasterMk cId="661577070" sldId="2147483648"/>
              <pc:sldLayoutMk cId="708463557" sldId="2147483662"/>
              <ac:spMk id="2" creationId="{D7FA4241-75AB-E168-9F15-606C0FA2D9CB}"/>
            </ac:spMkLst>
          </pc:spChg>
          <pc:spChg chg="mod">
            <ac:chgData name="Alessio Bellino" userId="4d67f9ee-b7e6-436d-9ca9-011d058f5ab9" providerId="ADAL" clId="{D6D7F994-7B23-4B30-9E0D-141B518001FB}" dt="2025-09-03T15:29:00.547" v="111" actId="207"/>
            <ac:spMkLst>
              <pc:docMk/>
              <pc:sldMasterMk cId="661577070" sldId="2147483648"/>
              <pc:sldLayoutMk cId="708463557" sldId="2147483662"/>
              <ac:spMk id="6" creationId="{A414259A-EE28-0473-21CE-0257CE7539E5}"/>
            </ac:spMkLst>
          </pc:spChg>
        </pc:sldLayoutChg>
        <pc:sldLayoutChg chg="modSp mod">
          <pc:chgData name="Alessio Bellino" userId="4d67f9ee-b7e6-436d-9ca9-011d058f5ab9" providerId="ADAL" clId="{D6D7F994-7B23-4B30-9E0D-141B518001FB}" dt="2025-09-03T15:49:48.493" v="146" actId="404"/>
          <pc:sldLayoutMkLst>
            <pc:docMk/>
            <pc:sldMasterMk cId="661577070" sldId="2147483648"/>
            <pc:sldLayoutMk cId="1162041891" sldId="2147483663"/>
          </pc:sldLayoutMkLst>
          <pc:spChg chg="mod">
            <ac:chgData name="Alessio Bellino" userId="4d67f9ee-b7e6-436d-9ca9-011d058f5ab9" providerId="ADAL" clId="{D6D7F994-7B23-4B30-9E0D-141B518001FB}" dt="2025-09-03T15:49:48.493" v="146" actId="404"/>
            <ac:spMkLst>
              <pc:docMk/>
              <pc:sldMasterMk cId="661577070" sldId="2147483648"/>
              <pc:sldLayoutMk cId="1162041891" sldId="2147483663"/>
              <ac:spMk id="2" creationId="{D7FA4241-75AB-E168-9F15-606C0FA2D9CB}"/>
            </ac:spMkLst>
          </pc:spChg>
          <pc:spChg chg="mod">
            <ac:chgData name="Alessio Bellino" userId="4d67f9ee-b7e6-436d-9ca9-011d058f5ab9" providerId="ADAL" clId="{D6D7F994-7B23-4B30-9E0D-141B518001FB}" dt="2025-09-03T15:49:46.156" v="144" actId="403"/>
            <ac:spMkLst>
              <pc:docMk/>
              <pc:sldMasterMk cId="661577070" sldId="2147483648"/>
              <pc:sldLayoutMk cId="1162041891" sldId="2147483663"/>
              <ac:spMk id="6" creationId="{A414259A-EE28-0473-21CE-0257CE7539E5}"/>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Hasta ahora, nuestros programas han estado constantemente revisando los sensores dentro de un bucle, como un niño impaciente que pregunta "¿ya llegamos?". ¡Pero hay una forma mucho más inteligente de programar! En esta misión, le daremos "reflejos" a nuestro programa. Aprenderás sobre los eventos, que permiten que el código espere en silencio y reaccione instantáneamente solo cuando algo importante sucede. ¡Prepárate para construir un robot cosquilloso que se ríe a carcajadas cuando le das un aplauso!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Observa atentamente: ¡no hay un bucle `repetir para siempre` para la lógica principal! El bloque `Al iniciar` configura la cara estática del robot. Toda la magia ocurre en el bloque de evento `cuando el nivel de ruido detecta aumento repentino`. Cuando aplaudes, este bloque se activa y ejecuta un bucle `repetir 8 veces` que anima la boca y hace reír al robot: cada vez que la boca cambia suena una nota, y las dos notas que se alternan forman la risa. Cada nota sigue sonando hasta que llega la siguiente. Por eso, al terminar la animación, un bloque `detener` corta la última nota, y un último `dibuja` vuelve a poner la cara de reposo — la misma de `Al iniciar`. Por eso el robot queda listo para el próximo aplauso.</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90BF2-0C25-514A-9D89-51E5C7543451}"/>
              </a:ext>
            </a:extLst>
          </p:cNvPr>
          <p:cNvSpPr/>
          <p:nvPr userDrawn="1"/>
        </p:nvSpPr>
        <p:spPr>
          <a:xfrm>
            <a:off x="0" y="0"/>
            <a:ext cx="12192001"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dirty="0"/>
          </a:p>
        </p:txBody>
      </p:sp>
      <p:sp>
        <p:nvSpPr>
          <p:cNvPr id="8" name="Rectangle: Rounded Corners 7">
            <a:extLst>
              <a:ext uri="{FF2B5EF4-FFF2-40B4-BE49-F238E27FC236}">
                <a16:creationId xmlns:a16="http://schemas.microsoft.com/office/drawing/2014/main" id="{B1EBC41C-1973-BA75-6DA5-7476F2924EA7}"/>
              </a:ext>
            </a:extLst>
          </p:cNvPr>
          <p:cNvSpPr/>
          <p:nvPr userDrawn="1"/>
        </p:nvSpPr>
        <p:spPr>
          <a:xfrm>
            <a:off x="313509" y="1384663"/>
            <a:ext cx="11529241" cy="5130437"/>
          </a:xfrm>
          <a:prstGeom prst="roundRect">
            <a:avLst>
              <a:gd name="adj" fmla="val 3565"/>
            </a:avLst>
          </a:prstGeom>
          <a:solidFill>
            <a:srgbClr val="FACC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52E439-A5BF-EE24-C08E-1F9F20701E7E}"/>
              </a:ext>
            </a:extLst>
          </p:cNvPr>
          <p:cNvSpPr>
            <a:spLocks noGrp="1"/>
          </p:cNvSpPr>
          <p:nvPr>
            <p:ph type="ctrTitle"/>
          </p:nvPr>
        </p:nvSpPr>
        <p:spPr>
          <a:xfrm>
            <a:off x="349250" y="332438"/>
            <a:ext cx="9702800" cy="498598"/>
          </a:xfrm>
        </p:spPr>
        <p:txBody>
          <a:bodyPr lIns="0" tIns="0" rIns="0" bIns="0" anchor="ctr" anchorCtr="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Subtitle 2">
            <a:extLst>
              <a:ext uri="{FF2B5EF4-FFF2-40B4-BE49-F238E27FC236}">
                <a16:creationId xmlns:a16="http://schemas.microsoft.com/office/drawing/2014/main" id="{5B2B2810-E0CF-406E-4F44-3A1E40441DD8}"/>
              </a:ext>
            </a:extLst>
          </p:cNvPr>
          <p:cNvSpPr>
            <a:spLocks noGrp="1"/>
          </p:cNvSpPr>
          <p:nvPr>
            <p:ph type="subTitle" idx="1"/>
          </p:nvPr>
        </p:nvSpPr>
        <p:spPr>
          <a:xfrm>
            <a:off x="719394" y="3354907"/>
            <a:ext cx="2755326" cy="2828179"/>
          </a:xfrm>
        </p:spPr>
        <p:txBody>
          <a:bodyPr lIns="0" tIns="0" rIns="0" bIns="0" anchor="b" anchorCtr="0">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6" name="Picture Placeholder 5">
            <a:extLst>
              <a:ext uri="{FF2B5EF4-FFF2-40B4-BE49-F238E27FC236}">
                <a16:creationId xmlns:a16="http://schemas.microsoft.com/office/drawing/2014/main" id="{5E4B69F6-FE45-27AD-6411-FD4BBF3B0AE0}"/>
              </a:ext>
            </a:extLst>
          </p:cNvPr>
          <p:cNvSpPr>
            <a:spLocks noGrp="1"/>
          </p:cNvSpPr>
          <p:nvPr>
            <p:ph type="pic" sz="quarter" idx="11"/>
          </p:nvPr>
        </p:nvSpPr>
        <p:spPr>
          <a:xfrm>
            <a:off x="3684945" y="1769366"/>
            <a:ext cx="7745054" cy="4413720"/>
          </a:xfrm>
          <a:prstGeom prst="roundRect">
            <a:avLst>
              <a:gd name="adj" fmla="val 3456"/>
            </a:avLst>
          </a:prstGeom>
          <a:noFill/>
          <a:ln w="57150">
            <a:solidFill>
              <a:srgbClr val="FFFFFF"/>
            </a:solidFill>
          </a:ln>
        </p:spPr>
        <p:txBody>
          <a:bodyPr/>
          <a:lstStyle/>
          <a:p>
            <a:endParaRPr lang="en-US"/>
          </a:p>
        </p:txBody>
      </p:sp>
      <p:pic>
        <p:nvPicPr>
          <p:cNvPr id="10" name="Graphic 9">
            <a:extLst>
              <a:ext uri="{FF2B5EF4-FFF2-40B4-BE49-F238E27FC236}">
                <a16:creationId xmlns:a16="http://schemas.microsoft.com/office/drawing/2014/main" id="{AB9BB7E5-C85F-0334-276C-7C712C2ED2F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02626" y="388103"/>
            <a:ext cx="1640124" cy="369739"/>
          </a:xfrm>
          <a:prstGeom prst="rect">
            <a:avLst/>
          </a:prstGeom>
        </p:spPr>
      </p:pic>
      <p:grpSp>
        <p:nvGrpSpPr>
          <p:cNvPr id="12" name="Group 11">
            <a:extLst>
              <a:ext uri="{FF2B5EF4-FFF2-40B4-BE49-F238E27FC236}">
                <a16:creationId xmlns:a16="http://schemas.microsoft.com/office/drawing/2014/main" id="{1079A8B7-BAF0-EF58-AC85-EFDE61C90324}"/>
              </a:ext>
            </a:extLst>
          </p:cNvPr>
          <p:cNvGrpSpPr/>
          <p:nvPr userDrawn="1"/>
        </p:nvGrpSpPr>
        <p:grpSpPr>
          <a:xfrm>
            <a:off x="719394" y="1776715"/>
            <a:ext cx="1383463" cy="1317216"/>
            <a:chOff x="1784610" y="2330845"/>
            <a:chExt cx="1383463" cy="1317216"/>
          </a:xfrm>
        </p:grpSpPr>
        <p:sp>
          <p:nvSpPr>
            <p:cNvPr id="11" name="Rectangle: Rounded Corners 10">
              <a:extLst>
                <a:ext uri="{FF2B5EF4-FFF2-40B4-BE49-F238E27FC236}">
                  <a16:creationId xmlns:a16="http://schemas.microsoft.com/office/drawing/2014/main" id="{6EA8E70E-EF90-8C91-7557-6DA5901AE857}"/>
                </a:ext>
              </a:extLst>
            </p:cNvPr>
            <p:cNvSpPr/>
            <p:nvPr userDrawn="1"/>
          </p:nvSpPr>
          <p:spPr>
            <a:xfrm>
              <a:off x="1784610" y="2330845"/>
              <a:ext cx="1383463" cy="1317216"/>
            </a:xfrm>
            <a:prstGeom prst="roundRect">
              <a:avLst>
                <a:gd name="adj" fmla="val 840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Graphic 4">
              <a:extLst>
                <a:ext uri="{FF2B5EF4-FFF2-40B4-BE49-F238E27FC236}">
                  <a16:creationId xmlns:a16="http://schemas.microsoft.com/office/drawing/2014/main" id="{D9C78F5D-0C65-AD3C-3EA2-AE6C8BBC8133}"/>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2072559" y="2451078"/>
              <a:ext cx="807564" cy="1076750"/>
            </a:xfrm>
            <a:prstGeom prst="rect">
              <a:avLst/>
            </a:prstGeom>
          </p:spPr>
        </p:pic>
      </p:grpSp>
    </p:spTree>
    <p:extLst>
      <p:ext uri="{BB962C8B-B14F-4D97-AF65-F5344CB8AC3E}">
        <p14:creationId xmlns:p14="http://schemas.microsoft.com/office/powerpoint/2010/main" val="5521195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hat-to-do">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90BF2-0C25-514A-9D89-51E5C7543451}"/>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a:p>
        </p:txBody>
      </p:sp>
      <p:sp>
        <p:nvSpPr>
          <p:cNvPr id="2" name="Title 1">
            <a:extLst>
              <a:ext uri="{FF2B5EF4-FFF2-40B4-BE49-F238E27FC236}">
                <a16:creationId xmlns:a16="http://schemas.microsoft.com/office/drawing/2014/main" id="{F452E439-A5BF-EE24-C08E-1F9F20701E7E}"/>
              </a:ext>
            </a:extLst>
          </p:cNvPr>
          <p:cNvSpPr>
            <a:spLocks noGrp="1"/>
          </p:cNvSpPr>
          <p:nvPr>
            <p:ph type="ctrTitle"/>
          </p:nvPr>
        </p:nvSpPr>
        <p:spPr>
          <a:xfrm>
            <a:off x="357517" y="352860"/>
            <a:ext cx="11489043" cy="498598"/>
          </a:xfrm>
        </p:spPr>
        <p:txBody>
          <a:bodyPr wrap="square" lIns="0" tIns="0" rIns="0" bIns="0" anchor="ctr" anchorCtr="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6" name="Picture Placeholder 5">
            <a:extLst>
              <a:ext uri="{FF2B5EF4-FFF2-40B4-BE49-F238E27FC236}">
                <a16:creationId xmlns:a16="http://schemas.microsoft.com/office/drawing/2014/main" id="{5E4B69F6-FE45-27AD-6411-FD4BBF3B0AE0}"/>
              </a:ext>
            </a:extLst>
          </p:cNvPr>
          <p:cNvSpPr>
            <a:spLocks noGrp="1"/>
          </p:cNvSpPr>
          <p:nvPr>
            <p:ph type="pic" sz="quarter" idx="11"/>
          </p:nvPr>
        </p:nvSpPr>
        <p:spPr>
          <a:xfrm>
            <a:off x="1441138" y="1197600"/>
            <a:ext cx="9331959" cy="5318057"/>
          </a:xfrm>
          <a:prstGeom prst="roundRect">
            <a:avLst>
              <a:gd name="adj" fmla="val 3456"/>
            </a:avLst>
          </a:prstGeom>
          <a:solidFill>
            <a:schemeClr val="tx1"/>
          </a:solidFill>
          <a:ln w="57150">
            <a:noFill/>
          </a:ln>
        </p:spPr>
        <p:txBody>
          <a:bodyPr/>
          <a:lstStyle/>
          <a:p>
            <a:endParaRPr lang="en-US"/>
          </a:p>
        </p:txBody>
      </p:sp>
    </p:spTree>
    <p:extLst>
      <p:ext uri="{BB962C8B-B14F-4D97-AF65-F5344CB8AC3E}">
        <p14:creationId xmlns:p14="http://schemas.microsoft.com/office/powerpoint/2010/main" val="1862163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ne-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52629" y="405753"/>
            <a:ext cx="11509172" cy="498598"/>
          </a:xfrm>
        </p:spPr>
        <p:txBody>
          <a:bodyPr wrap="square"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2468" y="2107350"/>
            <a:ext cx="7742784" cy="4412426"/>
          </a:xfrm>
          <a:prstGeom prst="roundRect">
            <a:avLst>
              <a:gd name="adj" fmla="val 3456"/>
            </a:avLst>
          </a:prstGeom>
          <a:solidFill>
            <a:schemeClr val="tx1"/>
          </a:solidFill>
          <a:ln w="5715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8469867" y="2107347"/>
            <a:ext cx="3379665" cy="4412427"/>
          </a:xfrm>
          <a:prstGeom prst="roundRect">
            <a:avLst>
              <a:gd name="adj" fmla="val 4602"/>
            </a:avLst>
          </a:prstGeom>
          <a:solidFill>
            <a:srgbClr val="000000">
              <a:alpha val="50000"/>
            </a:srgb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684601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6207" y="401133"/>
            <a:ext cx="11505434" cy="498598"/>
          </a:xfrm>
        </p:spPr>
        <p:txBody>
          <a:bodyPr wrap="square"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5152" y="1376583"/>
            <a:ext cx="5483524" cy="3124928"/>
          </a:xfrm>
          <a:prstGeom prst="roundRect">
            <a:avLst>
              <a:gd name="adj" fmla="val 3456"/>
            </a:avLst>
          </a:prstGeom>
          <a:solidFill>
            <a:schemeClr val="tx1"/>
          </a:solidFill>
          <a:ln w="5715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45151" y="4836160"/>
            <a:ext cx="11505434" cy="1692886"/>
          </a:xfrm>
          <a:prstGeom prst="roundRect">
            <a:avLst>
              <a:gd name="adj" fmla="val 9302"/>
            </a:avLst>
          </a:prstGeom>
          <a:solidFill>
            <a:srgbClr val="000000">
              <a:alpha val="40000"/>
            </a:srgbClr>
          </a:solidFill>
        </p:spPr>
        <p:txBody>
          <a:bodyPr anchor="ctr" anchorCtr="0">
            <a:normAutofit/>
          </a:bodyPr>
          <a:lstStyle>
            <a:lvl1pPr marL="0" indent="0">
              <a:buNone/>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Picture Placeholder 5">
            <a:extLst>
              <a:ext uri="{FF2B5EF4-FFF2-40B4-BE49-F238E27FC236}">
                <a16:creationId xmlns:a16="http://schemas.microsoft.com/office/drawing/2014/main" id="{0DF48D15-1243-3CFE-9BF8-52297AA92FD4}"/>
              </a:ext>
            </a:extLst>
          </p:cNvPr>
          <p:cNvSpPr>
            <a:spLocks noGrp="1"/>
          </p:cNvSpPr>
          <p:nvPr>
            <p:ph type="pic" sz="quarter" idx="13"/>
          </p:nvPr>
        </p:nvSpPr>
        <p:spPr>
          <a:xfrm>
            <a:off x="6363324" y="1376583"/>
            <a:ext cx="5483524" cy="3124928"/>
          </a:xfrm>
          <a:prstGeom prst="roundRect">
            <a:avLst>
              <a:gd name="adj" fmla="val 3456"/>
            </a:avLst>
          </a:prstGeom>
          <a:solidFill>
            <a:schemeClr val="tx1"/>
          </a:solidFill>
          <a:ln w="57150">
            <a:noFill/>
          </a:ln>
        </p:spPr>
        <p:txBody>
          <a:bodyPr/>
          <a:lstStyle/>
          <a:p>
            <a:endParaRPr lang="en-US"/>
          </a:p>
        </p:txBody>
      </p:sp>
    </p:spTree>
    <p:extLst>
      <p:ext uri="{BB962C8B-B14F-4D97-AF65-F5344CB8AC3E}">
        <p14:creationId xmlns:p14="http://schemas.microsoft.com/office/powerpoint/2010/main" val="8928574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hree-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0845" y="399603"/>
            <a:ext cx="11516880" cy="498598"/>
          </a:xfrm>
        </p:spPr>
        <p:txBody>
          <a:bodyPr wrap="square" lIns="0" tIns="0" rIns="0" bIns="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33375" y="1346630"/>
            <a:ext cx="3577086" cy="2038495"/>
          </a:xfrm>
          <a:prstGeom prst="roundRect">
            <a:avLst>
              <a:gd name="adj" fmla="val 3456"/>
            </a:avLst>
          </a:prstGeom>
          <a:solidFill>
            <a:schemeClr val="tx1"/>
          </a:solidFill>
          <a:ln w="3810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33375" y="3774775"/>
            <a:ext cx="11524350" cy="2757636"/>
          </a:xfrm>
          <a:prstGeom prst="roundRect">
            <a:avLst>
              <a:gd name="adj" fmla="val 4836"/>
            </a:avLst>
          </a:prstGeom>
          <a:solidFill>
            <a:srgbClr val="000000">
              <a:alpha val="40000"/>
            </a:srgb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Picture Placeholder 5">
            <a:extLst>
              <a:ext uri="{FF2B5EF4-FFF2-40B4-BE49-F238E27FC236}">
                <a16:creationId xmlns:a16="http://schemas.microsoft.com/office/drawing/2014/main" id="{F2FA5519-3AB3-CEC1-AE02-532EC2CCB4D8}"/>
              </a:ext>
            </a:extLst>
          </p:cNvPr>
          <p:cNvSpPr>
            <a:spLocks noGrp="1"/>
          </p:cNvSpPr>
          <p:nvPr>
            <p:ph type="pic" sz="quarter" idx="13"/>
          </p:nvPr>
        </p:nvSpPr>
        <p:spPr>
          <a:xfrm>
            <a:off x="4307007" y="1346630"/>
            <a:ext cx="3577086" cy="2038495"/>
          </a:xfrm>
          <a:prstGeom prst="roundRect">
            <a:avLst>
              <a:gd name="adj" fmla="val 3456"/>
            </a:avLst>
          </a:prstGeom>
          <a:solidFill>
            <a:schemeClr val="tx1"/>
          </a:solidFill>
          <a:ln w="38100">
            <a:noFill/>
          </a:ln>
        </p:spPr>
        <p:txBody>
          <a:bodyPr/>
          <a:lstStyle/>
          <a:p>
            <a:endParaRPr lang="en-US"/>
          </a:p>
        </p:txBody>
      </p:sp>
      <p:sp>
        <p:nvSpPr>
          <p:cNvPr id="9" name="Picture Placeholder 5">
            <a:extLst>
              <a:ext uri="{FF2B5EF4-FFF2-40B4-BE49-F238E27FC236}">
                <a16:creationId xmlns:a16="http://schemas.microsoft.com/office/drawing/2014/main" id="{31B82278-DD8A-4CE0-788E-1B913AF1EBBC}"/>
              </a:ext>
            </a:extLst>
          </p:cNvPr>
          <p:cNvSpPr>
            <a:spLocks noGrp="1"/>
          </p:cNvSpPr>
          <p:nvPr>
            <p:ph type="pic" sz="quarter" idx="14"/>
          </p:nvPr>
        </p:nvSpPr>
        <p:spPr>
          <a:xfrm>
            <a:off x="8280639" y="1346630"/>
            <a:ext cx="3577086" cy="2038495"/>
          </a:xfrm>
          <a:prstGeom prst="roundRect">
            <a:avLst>
              <a:gd name="adj" fmla="val 3456"/>
            </a:avLst>
          </a:prstGeom>
          <a:solidFill>
            <a:schemeClr val="tx1"/>
          </a:solidFill>
          <a:ln w="38100">
            <a:noFill/>
          </a:ln>
        </p:spPr>
        <p:txBody>
          <a:bodyPr/>
          <a:lstStyle/>
          <a:p>
            <a:endParaRPr lang="en-US"/>
          </a:p>
        </p:txBody>
      </p:sp>
    </p:spTree>
    <p:extLst>
      <p:ext uri="{BB962C8B-B14F-4D97-AF65-F5344CB8AC3E}">
        <p14:creationId xmlns:p14="http://schemas.microsoft.com/office/powerpoint/2010/main" val="23486205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four-img">
    <p:bg>
      <p:bgPr>
        <a:solidFill>
          <a:srgbClr val="000000">
            <a:alpha val="40000"/>
          </a:srgbClr>
        </a:solidFill>
        <a:effectLst/>
      </p:bgPr>
    </p:b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1745" y="396509"/>
            <a:ext cx="11508510" cy="498598"/>
          </a:xfrm>
        </p:spPr>
        <p:txBody>
          <a:bodyPr wrap="square" lIns="0" tIns="0" rIns="0" bIns="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10" name="Picture Placeholder 5">
            <a:extLst>
              <a:ext uri="{FF2B5EF4-FFF2-40B4-BE49-F238E27FC236}">
                <a16:creationId xmlns:a16="http://schemas.microsoft.com/office/drawing/2014/main" id="{7EE5EA41-8A93-19E6-0938-921548C16043}"/>
              </a:ext>
            </a:extLst>
          </p:cNvPr>
          <p:cNvSpPr>
            <a:spLocks noGrp="1"/>
          </p:cNvSpPr>
          <p:nvPr>
            <p:ph type="pic" sz="quarter" idx="15"/>
          </p:nvPr>
        </p:nvSpPr>
        <p:spPr>
          <a:xfrm>
            <a:off x="336974" y="1330039"/>
            <a:ext cx="3898598" cy="2221717"/>
          </a:xfrm>
          <a:prstGeom prst="roundRect">
            <a:avLst>
              <a:gd name="adj" fmla="val 3456"/>
            </a:avLst>
          </a:prstGeom>
          <a:solidFill>
            <a:schemeClr val="tx1"/>
          </a:solidFill>
          <a:ln w="38100">
            <a:noFill/>
          </a:ln>
        </p:spPr>
        <p:txBody>
          <a:bodyPr/>
          <a:lstStyle/>
          <a:p>
            <a:endParaRPr lang="en-US"/>
          </a:p>
        </p:txBody>
      </p:sp>
      <p:sp>
        <p:nvSpPr>
          <p:cNvPr id="13" name="Text Placeholder 6">
            <a:extLst>
              <a:ext uri="{FF2B5EF4-FFF2-40B4-BE49-F238E27FC236}">
                <a16:creationId xmlns:a16="http://schemas.microsoft.com/office/drawing/2014/main" id="{33A5CA17-0E07-7C00-D057-B222092BBE90}"/>
              </a:ext>
            </a:extLst>
          </p:cNvPr>
          <p:cNvSpPr>
            <a:spLocks noGrp="1"/>
          </p:cNvSpPr>
          <p:nvPr>
            <p:ph type="body" sz="quarter" idx="12"/>
          </p:nvPr>
        </p:nvSpPr>
        <p:spPr>
          <a:xfrm>
            <a:off x="8793018" y="1335991"/>
            <a:ext cx="3062205" cy="5180899"/>
          </a:xfrm>
          <a:prstGeom prst="roundRect">
            <a:avLst>
              <a:gd name="adj" fmla="val 3016"/>
            </a:avLst>
          </a:prstGeom>
          <a:solidFill>
            <a:schemeClr val="tx1">
              <a:lumMod val="85000"/>
              <a:lumOff val="15000"/>
            </a:scheme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Picture Placeholder 5">
            <a:extLst>
              <a:ext uri="{FF2B5EF4-FFF2-40B4-BE49-F238E27FC236}">
                <a16:creationId xmlns:a16="http://schemas.microsoft.com/office/drawing/2014/main" id="{F876292C-B4E7-FCE3-1E74-154C919298A3}"/>
              </a:ext>
            </a:extLst>
          </p:cNvPr>
          <p:cNvSpPr>
            <a:spLocks noGrp="1"/>
          </p:cNvSpPr>
          <p:nvPr>
            <p:ph type="pic" sz="quarter" idx="19"/>
          </p:nvPr>
        </p:nvSpPr>
        <p:spPr>
          <a:xfrm>
            <a:off x="4540373" y="1330039"/>
            <a:ext cx="3898598" cy="2221717"/>
          </a:xfrm>
          <a:prstGeom prst="roundRect">
            <a:avLst>
              <a:gd name="adj" fmla="val 3456"/>
            </a:avLst>
          </a:prstGeom>
          <a:solidFill>
            <a:schemeClr val="tx1"/>
          </a:solidFill>
          <a:ln w="38100">
            <a:noFill/>
          </a:ln>
        </p:spPr>
        <p:txBody>
          <a:bodyPr/>
          <a:lstStyle/>
          <a:p>
            <a:endParaRPr lang="en-US"/>
          </a:p>
        </p:txBody>
      </p:sp>
      <p:sp>
        <p:nvSpPr>
          <p:cNvPr id="5" name="Picture Placeholder 5">
            <a:extLst>
              <a:ext uri="{FF2B5EF4-FFF2-40B4-BE49-F238E27FC236}">
                <a16:creationId xmlns:a16="http://schemas.microsoft.com/office/drawing/2014/main" id="{6F44FAD5-85C0-5126-BEBB-39AE90164067}"/>
              </a:ext>
            </a:extLst>
          </p:cNvPr>
          <p:cNvSpPr>
            <a:spLocks noGrp="1"/>
          </p:cNvSpPr>
          <p:nvPr>
            <p:ph type="pic" sz="quarter" idx="20"/>
          </p:nvPr>
        </p:nvSpPr>
        <p:spPr>
          <a:xfrm>
            <a:off x="336974" y="4295174"/>
            <a:ext cx="3898598" cy="2221717"/>
          </a:xfrm>
          <a:prstGeom prst="roundRect">
            <a:avLst>
              <a:gd name="adj" fmla="val 3456"/>
            </a:avLst>
          </a:prstGeom>
          <a:solidFill>
            <a:schemeClr val="tx1"/>
          </a:solidFill>
          <a:ln w="38100">
            <a:noFill/>
          </a:ln>
        </p:spPr>
        <p:txBody>
          <a:bodyPr/>
          <a:lstStyle/>
          <a:p>
            <a:endParaRPr lang="en-US"/>
          </a:p>
        </p:txBody>
      </p:sp>
      <p:sp>
        <p:nvSpPr>
          <p:cNvPr id="6" name="Picture Placeholder 5">
            <a:extLst>
              <a:ext uri="{FF2B5EF4-FFF2-40B4-BE49-F238E27FC236}">
                <a16:creationId xmlns:a16="http://schemas.microsoft.com/office/drawing/2014/main" id="{5E15C401-2708-BE2C-313C-6E972121150A}"/>
              </a:ext>
            </a:extLst>
          </p:cNvPr>
          <p:cNvSpPr>
            <a:spLocks noGrp="1"/>
          </p:cNvSpPr>
          <p:nvPr>
            <p:ph type="pic" sz="quarter" idx="21"/>
          </p:nvPr>
        </p:nvSpPr>
        <p:spPr>
          <a:xfrm>
            <a:off x="4540373" y="4295174"/>
            <a:ext cx="3898598" cy="2221717"/>
          </a:xfrm>
          <a:prstGeom prst="roundRect">
            <a:avLst>
              <a:gd name="adj" fmla="val 3456"/>
            </a:avLst>
          </a:prstGeom>
          <a:solidFill>
            <a:schemeClr val="tx1"/>
          </a:solidFill>
          <a:ln w="38100">
            <a:noFill/>
          </a:ln>
        </p:spPr>
        <p:txBody>
          <a:bodyPr/>
          <a:lstStyle/>
          <a:p>
            <a:endParaRPr lang="en-US"/>
          </a:p>
        </p:txBody>
      </p:sp>
    </p:spTree>
    <p:extLst>
      <p:ext uri="{BB962C8B-B14F-4D97-AF65-F5344CB8AC3E}">
        <p14:creationId xmlns:p14="http://schemas.microsoft.com/office/powerpoint/2010/main" val="14712668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reate-step">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4762"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33375" y="427844"/>
            <a:ext cx="11515727" cy="498598"/>
          </a:xfrm>
        </p:spPr>
        <p:txBody>
          <a:bodyPr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33375" y="2114549"/>
            <a:ext cx="11515726" cy="4448176"/>
          </a:xfrm>
          <a:prstGeom prst="roundRect">
            <a:avLst>
              <a:gd name="adj" fmla="val 0"/>
            </a:avLst>
          </a:prstGeom>
          <a:noFill/>
        </p:spPr>
        <p:txBody>
          <a:bodyPr lIns="0" tIns="0" rIns="0" bIns="0" anchor="ctr" anchorCtr="0">
            <a:normAutofit/>
          </a:bodyPr>
          <a:lstStyle>
            <a:lvl1pPr marL="342900" indent="-342900">
              <a:buFont typeface="+mj-lt"/>
              <a:buAutoNum type="arabicPeriod"/>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p:txBody>
      </p:sp>
      <p:sp>
        <p:nvSpPr>
          <p:cNvPr id="4" name="Chart Placeholder 3">
            <a:extLst>
              <a:ext uri="{FF2B5EF4-FFF2-40B4-BE49-F238E27FC236}">
                <a16:creationId xmlns:a16="http://schemas.microsoft.com/office/drawing/2014/main" id="{D11CD461-B056-D4E2-C5FA-0426E6C2FFF6}"/>
              </a:ext>
            </a:extLst>
          </p:cNvPr>
          <p:cNvSpPr>
            <a:spLocks noGrp="1"/>
          </p:cNvSpPr>
          <p:nvPr>
            <p:ph type="chart" sz="quarter" idx="14" hasCustomPrompt="1"/>
          </p:nvPr>
        </p:nvSpPr>
        <p:spPr>
          <a:xfrm>
            <a:off x="333375" y="1318188"/>
            <a:ext cx="11515726" cy="387798"/>
          </a:xfrm>
        </p:spPr>
        <p:txBody>
          <a:bodyPr lIns="0" tIns="0" rIns="0" bIns="0">
            <a:spAutoFit/>
          </a:bodyPr>
          <a:lstStyle>
            <a:lvl1pPr marL="0" indent="0">
              <a:buNone/>
              <a:defRPr sz="2800" b="1">
                <a:solidFill>
                  <a:schemeClr val="bg1"/>
                </a:solidFill>
              </a:defRPr>
            </a:lvl1pPr>
          </a:lstStyle>
          <a:p>
            <a:r>
              <a:rPr lang="es-CL" dirty="0"/>
              <a:t>Place</a:t>
            </a:r>
            <a:endParaRPr lang="en-US" dirty="0"/>
          </a:p>
        </p:txBody>
      </p:sp>
    </p:spTree>
    <p:extLst>
      <p:ext uri="{BB962C8B-B14F-4D97-AF65-F5344CB8AC3E}">
        <p14:creationId xmlns:p14="http://schemas.microsoft.com/office/powerpoint/2010/main" val="7084635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de-composition">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0563" y="347332"/>
            <a:ext cx="11508537" cy="678672"/>
          </a:xfrm>
        </p:spPr>
        <p:txBody>
          <a:bodyPr lIns="0" tIns="0" rIns="0" bIns="0">
            <a:norm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0563" y="2447348"/>
            <a:ext cx="7571494" cy="4072184"/>
          </a:xfrm>
          <a:prstGeom prst="roundRect">
            <a:avLst>
              <a:gd name="adj" fmla="val 3456"/>
            </a:avLst>
          </a:prstGeom>
          <a:solidFill>
            <a:schemeClr val="tx1"/>
          </a:solidFill>
          <a:ln w="3810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40563" y="1403404"/>
            <a:ext cx="11508537" cy="699551"/>
          </a:xfrm>
          <a:prstGeom prst="roundRect">
            <a:avLst>
              <a:gd name="adj" fmla="val 5043"/>
            </a:avLst>
          </a:prstGeom>
          <a:noFill/>
        </p:spPr>
        <p:txBody>
          <a:bodyPr lIns="0" tIns="0" rIns="0" anchor="ctr" anchorCtr="0">
            <a:spAutoFit/>
          </a:bodyPr>
          <a:lstStyle>
            <a:lvl1pPr marL="0" indent="0">
              <a:buNone/>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a:t>
            </a:r>
          </a:p>
          <a:p>
            <a:pPr lvl="0"/>
            <a:r>
              <a:rPr lang="en-US" dirty="0"/>
              <a:t>Master text styles</a:t>
            </a:r>
          </a:p>
        </p:txBody>
      </p:sp>
      <p:sp>
        <p:nvSpPr>
          <p:cNvPr id="5" name="Callout: Down Arrow 4">
            <a:extLst>
              <a:ext uri="{FF2B5EF4-FFF2-40B4-BE49-F238E27FC236}">
                <a16:creationId xmlns:a16="http://schemas.microsoft.com/office/drawing/2014/main" id="{BAE4049F-C3AB-1C61-89BD-6C81A2CCB192}"/>
              </a:ext>
            </a:extLst>
          </p:cNvPr>
          <p:cNvSpPr/>
          <p:nvPr userDrawn="1"/>
        </p:nvSpPr>
        <p:spPr>
          <a:xfrm>
            <a:off x="9586829" y="2581720"/>
            <a:ext cx="966159" cy="957532"/>
          </a:xfrm>
          <a:prstGeom prst="downArrowCallout">
            <a:avLst>
              <a:gd name="adj1" fmla="val 25000"/>
              <a:gd name="adj2" fmla="val 25000"/>
              <a:gd name="adj3" fmla="val 22297"/>
              <a:gd name="adj4" fmla="val 64977"/>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solidFill>
                  <a:schemeClr val="tx1"/>
                </a:solidFill>
              </a:rPr>
              <a:t>Link</a:t>
            </a:r>
          </a:p>
          <a:p>
            <a:pPr algn="ctr"/>
            <a:r>
              <a:rPr lang="es-CL" dirty="0">
                <a:solidFill>
                  <a:schemeClr val="tx1"/>
                </a:solidFill>
              </a:rPr>
              <a:t>Online</a:t>
            </a:r>
            <a:endParaRPr lang="en-US" dirty="0">
              <a:solidFill>
                <a:schemeClr val="tx1"/>
              </a:solidFill>
            </a:endParaRPr>
          </a:p>
        </p:txBody>
      </p:sp>
      <p:sp>
        <p:nvSpPr>
          <p:cNvPr id="9" name="Chart Placeholder 8">
            <a:extLst>
              <a:ext uri="{FF2B5EF4-FFF2-40B4-BE49-F238E27FC236}">
                <a16:creationId xmlns:a16="http://schemas.microsoft.com/office/drawing/2014/main" id="{85FE893F-47A3-E5F7-1212-48465408B0C7}"/>
              </a:ext>
            </a:extLst>
          </p:cNvPr>
          <p:cNvSpPr>
            <a:spLocks noGrp="1"/>
          </p:cNvSpPr>
          <p:nvPr>
            <p:ph type="chart" sz="quarter" idx="14" hasCustomPrompt="1"/>
          </p:nvPr>
        </p:nvSpPr>
        <p:spPr>
          <a:xfrm>
            <a:off x="8290719" y="3797514"/>
            <a:ext cx="3558381" cy="2597150"/>
          </a:xfrm>
        </p:spPr>
        <p:txBody>
          <a:bodyPr/>
          <a:lstStyle>
            <a:lvl1pPr marL="0" indent="0">
              <a:buNone/>
              <a:defRPr>
                <a:solidFill>
                  <a:schemeClr val="bg1"/>
                </a:solidFill>
              </a:defRPr>
            </a:lvl1pPr>
          </a:lstStyle>
          <a:p>
            <a:r>
              <a:rPr lang="es-CL" dirty="0"/>
              <a:t>https://example.com/ </a:t>
            </a:r>
            <a:endParaRPr lang="en-US" dirty="0"/>
          </a:p>
        </p:txBody>
      </p:sp>
    </p:spTree>
    <p:extLst>
      <p:ext uri="{BB962C8B-B14F-4D97-AF65-F5344CB8AC3E}">
        <p14:creationId xmlns:p14="http://schemas.microsoft.com/office/powerpoint/2010/main" val="42743320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eflect-box">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31039" y="328282"/>
            <a:ext cx="11518062" cy="665027"/>
          </a:xfrm>
        </p:spPr>
        <p:txBody>
          <a:bodyPr lIns="0" tIns="0" rIns="0" bIns="0">
            <a:norm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4" name="Chart Placeholder 3">
            <a:extLst>
              <a:ext uri="{FF2B5EF4-FFF2-40B4-BE49-F238E27FC236}">
                <a16:creationId xmlns:a16="http://schemas.microsoft.com/office/drawing/2014/main" id="{E9633AA3-1F01-FC54-9584-5A176A246101}"/>
              </a:ext>
            </a:extLst>
          </p:cNvPr>
          <p:cNvSpPr>
            <a:spLocks noGrp="1"/>
          </p:cNvSpPr>
          <p:nvPr>
            <p:ph type="chart" sz="quarter" idx="14"/>
          </p:nvPr>
        </p:nvSpPr>
        <p:spPr>
          <a:xfrm>
            <a:off x="7893693" y="1371600"/>
            <a:ext cx="3955408" cy="5158118"/>
          </a:xfrm>
          <a:prstGeom prst="roundRect">
            <a:avLst>
              <a:gd name="adj" fmla="val 4940"/>
            </a:avLst>
          </a:prstGeom>
          <a:solidFill>
            <a:schemeClr val="bg1"/>
          </a:solidFill>
        </p:spPr>
        <p:txBody>
          <a:bodyPr lIns="365760" tIns="365760" rIns="365760" bIns="365760" anchor="ctr" anchorCtr="0"/>
          <a:lstStyle>
            <a:lvl1pPr marL="0" indent="0">
              <a:buNone/>
              <a:defRPr>
                <a:solidFill>
                  <a:schemeClr val="tx1"/>
                </a:solidFill>
              </a:defRPr>
            </a:lvl1pPr>
          </a:lstStyle>
          <a:p>
            <a:endParaRPr lang="en-US"/>
          </a:p>
        </p:txBody>
      </p:sp>
      <p:sp>
        <p:nvSpPr>
          <p:cNvPr id="9" name="Text Placeholder 2">
            <a:extLst>
              <a:ext uri="{FF2B5EF4-FFF2-40B4-BE49-F238E27FC236}">
                <a16:creationId xmlns:a16="http://schemas.microsoft.com/office/drawing/2014/main" id="{8205E5FA-6881-9803-B9CE-B9F6C0D4259D}"/>
              </a:ext>
            </a:extLst>
          </p:cNvPr>
          <p:cNvSpPr>
            <a:spLocks noGrp="1"/>
          </p:cNvSpPr>
          <p:nvPr>
            <p:ph idx="1"/>
          </p:nvPr>
        </p:nvSpPr>
        <p:spPr>
          <a:xfrm>
            <a:off x="331037" y="1371600"/>
            <a:ext cx="7231619" cy="5181600"/>
          </a:xfrm>
          <a:prstGeom prst="rect">
            <a:avLst/>
          </a:prstGeom>
        </p:spPr>
        <p:txBody>
          <a:bodyPr vert="horz" lIns="0" tIns="0" rIns="0" bIns="0" rtlCol="0">
            <a:normAutofit/>
          </a:bodyPr>
          <a:lstStyle>
            <a:lvl1pPr marL="0" indent="0">
              <a:buNone/>
              <a:defRPr>
                <a:solidFill>
                  <a:schemeClr val="bg1"/>
                </a:solidFill>
              </a:defRPr>
            </a:lvl1pPr>
            <a:lvl2pPr marL="457200" indent="0">
              <a:buNone/>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620418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2843740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CE91179-C1CD-A08D-D9B7-A92C32FCB44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A82CB0B4-6181-CC09-113A-CBA6A84A242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61577070"/>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6" r:id="rId3"/>
    <p:sldLayoutId id="2147483657" r:id="rId4"/>
    <p:sldLayoutId id="2147483658" r:id="rId5"/>
    <p:sldLayoutId id="2147483659" r:id="rId6"/>
    <p:sldLayoutId id="2147483662" r:id="rId7"/>
    <p:sldLayoutId id="2147483661" r:id="rId8"/>
    <p:sldLayoutId id="2147483663" r:id="rId9"/>
    <p:sldLayoutId id="2147483655" r:id="rId10"/>
  </p:sldLayoutIdLst>
  <p:txStyles>
    <p:titleStyle>
      <a:lvl1pPr algn="l" defTabSz="914400" rtl="0" eaLnBrk="1" latinLnBrk="0" hangingPunct="1">
        <a:lnSpc>
          <a:spcPct val="90000"/>
        </a:lnSpc>
        <a:spcBef>
          <a:spcPct val="0"/>
        </a:spcBef>
        <a:buNone/>
        <a:defRPr sz="4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Segoe UI" panose="020B0502040204020203" pitchFamily="34" charset="0"/>
          <a:ea typeface="Verdana" panose="020B0604030504040204" pitchFamily="34" charset="0"/>
          <a:cs typeface="Segoe UI" panose="020B050204020402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Segoe UI" panose="020B0502040204020203" pitchFamily="34" charset="0"/>
          <a:ea typeface="Verdana" panose="020B0604030504040204" pitchFamily="34" charset="0"/>
          <a:cs typeface="Segoe UI"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5.png"/><Relationship Id="rId3" Type="http://schemas.openxmlformats.org/officeDocument/2006/relationships/image" Target="../media/image6.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 Id="rId3" Type="http://schemas.openxmlformats.org/officeDocument/2006/relationships/image" Target="../media/image12.png"/><Relationship Id="rId4" Type="http://schemas.openxmlformats.org/officeDocument/2006/relationships/hyperlink" Target="https://app.protobject.com/generate?equivalent-robot-risa-simpatica-al-ruido&amp;es&amp;dynamic&amp;-1"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974216A-BFA6-9732-A49C-32CF61E454ED}"/>
              </a:ext>
            </a:extLst>
          </p:cNvPr>
          <p:cNvSpPr txBox="1"/>
          <p:nvPr/>
        </p:nvSpPr>
        <p:spPr>
          <a:xfrm>
            <a:off x="765048" y="2340864"/>
            <a:ext cx="10661904" cy="3847207"/>
          </a:xfrm>
          <a:prstGeom prst="rect">
            <a:avLst/>
          </a:prstGeom>
          <a:noFill/>
        </p:spPr>
        <p:txBody>
          <a:bodyPr wrap="square" rtlCol="0">
            <a:spAutoFit/>
          </a:bodyPr>
          <a:lstStyle/>
          <a:p>
            <a:r>
              <a:rPr lang="en-US" sz="2000" dirty="0">
                <a:latin typeface="Segoe UI" panose="020B0502040204020203" pitchFamily="34" charset="0"/>
                <a:cs typeface="Segoe UI" panose="020B0502040204020203" pitchFamily="34" charset="0"/>
              </a:rPr>
              <a:t>Esta </a:t>
            </a:r>
            <a:r>
              <a:rPr lang="en-US" sz="2000" dirty="0" err="1">
                <a:latin typeface="Segoe UI" panose="020B0502040204020203" pitchFamily="34" charset="0"/>
                <a:cs typeface="Segoe UI" panose="020B0502040204020203" pitchFamily="34" charset="0"/>
              </a:rPr>
              <a:t>presentación</a:t>
            </a:r>
            <a:r>
              <a:rPr lang="en-US" sz="2000" dirty="0">
                <a:latin typeface="Segoe UI" panose="020B0502040204020203" pitchFamily="34" charset="0"/>
                <a:cs typeface="Segoe UI" panose="020B0502040204020203" pitchFamily="34" charset="0"/>
              </a:rPr>
              <a:t> se genera </a:t>
            </a:r>
            <a:r>
              <a:rPr lang="en-US" sz="2000" dirty="0" err="1">
                <a:latin typeface="Segoe UI" panose="020B0502040204020203" pitchFamily="34" charset="0"/>
                <a:cs typeface="Segoe UI" panose="020B0502040204020203" pitchFamily="34" charset="0"/>
              </a:rPr>
              <a:t>automáticamente</a:t>
            </a:r>
            <a:r>
              <a:rPr lang="en-US" sz="2000" dirty="0">
                <a:latin typeface="Segoe UI" panose="020B0502040204020203" pitchFamily="34" charset="0"/>
                <a:cs typeface="Segoe UI" panose="020B0502040204020203" pitchFamily="34" charset="0"/>
              </a:rPr>
              <a:t>. </a:t>
            </a:r>
          </a:p>
          <a:p>
            <a:r>
              <a:rPr lang="en-US" sz="2000" b="1" dirty="0" err="1">
                <a:latin typeface="Segoe UI" panose="020B0502040204020203" pitchFamily="34" charset="0"/>
                <a:cs typeface="Segoe UI" panose="020B0502040204020203" pitchFamily="34" charset="0"/>
              </a:rPr>
              <a:t>Puedes</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modificarla</a:t>
            </a:r>
            <a:r>
              <a:rPr lang="en-US" sz="2000" b="1" dirty="0">
                <a:latin typeface="Segoe UI" panose="020B0502040204020203" pitchFamily="34" charset="0"/>
                <a:cs typeface="Segoe UI" panose="020B0502040204020203" pitchFamily="34" charset="0"/>
              </a:rPr>
              <a:t> a </a:t>
            </a:r>
            <a:r>
              <a:rPr lang="en-US" sz="2000" b="1" dirty="0" err="1">
                <a:latin typeface="Segoe UI" panose="020B0502040204020203" pitchFamily="34" charset="0"/>
                <a:cs typeface="Segoe UI" panose="020B0502040204020203" pitchFamily="34" charset="0"/>
              </a:rPr>
              <a:t>tu</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criterio</a:t>
            </a:r>
            <a:r>
              <a:rPr lang="en-US" sz="2000" b="1" dirty="0">
                <a:latin typeface="Segoe UI" panose="020B0502040204020203" pitchFamily="34" charset="0"/>
                <a:cs typeface="Segoe UI" panose="020B0502040204020203" pitchFamily="34" charset="0"/>
              </a:rPr>
              <a:t> y </a:t>
            </a:r>
            <a:r>
              <a:rPr lang="en-US" sz="2000" b="1" dirty="0" err="1">
                <a:latin typeface="Segoe UI" panose="020B0502040204020203" pitchFamily="34" charset="0"/>
                <a:cs typeface="Segoe UI" panose="020B0502040204020203" pitchFamily="34" charset="0"/>
              </a:rPr>
              <a:t>añadir</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cualquier</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contenido</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adicional</a:t>
            </a:r>
            <a:r>
              <a:rPr lang="en-US" sz="2000" b="1" dirty="0">
                <a:latin typeface="Segoe UI" panose="020B0502040204020203" pitchFamily="34" charset="0"/>
                <a:cs typeface="Segoe UI" panose="020B0502040204020203" pitchFamily="34" charset="0"/>
              </a:rPr>
              <a:t> que </a:t>
            </a:r>
            <a:r>
              <a:rPr lang="en-US" sz="2000" b="1" dirty="0" err="1">
                <a:latin typeface="Segoe UI" panose="020B0502040204020203" pitchFamily="34" charset="0"/>
                <a:cs typeface="Segoe UI" panose="020B0502040204020203" pitchFamily="34" charset="0"/>
              </a:rPr>
              <a:t>desees</a:t>
            </a:r>
            <a:r>
              <a:rPr lang="en-US" sz="2000" b="1" dirty="0">
                <a:latin typeface="Segoe UI" panose="020B0502040204020203" pitchFamily="34" charset="0"/>
                <a:cs typeface="Segoe UI" panose="020B0502040204020203" pitchFamily="34" charset="0"/>
              </a:rPr>
              <a:t>.</a:t>
            </a:r>
          </a:p>
        </p:txBody>
      </p:sp>
      <p:pic>
        <p:nvPicPr>
          <p:cNvPr id="6" name="Graphic 5">
            <a:extLst>
              <a:ext uri="{FF2B5EF4-FFF2-40B4-BE49-F238E27FC236}">
                <a16:creationId xmlns:a16="http://schemas.microsoft.com/office/drawing/2014/main" id="{ADDBF746-CBFF-7D5E-0904-0C23A0CCA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65048" y="735575"/>
            <a:ext cx="1640124" cy="369739"/>
          </a:xfrm>
          <a:prstGeom prst="rect">
            <a:avLst/>
          </a:prstGeom>
        </p:spPr>
      </p:pic>
    </p:spTree>
    <p:extLst>
      <p:ext uri="{BB962C8B-B14F-4D97-AF65-F5344CB8AC3E}">
        <p14:creationId xmlns:p14="http://schemas.microsoft.com/office/powerpoint/2010/main" val="1091577834"/>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El Robot Cosquilloso</a:t>
            </a:r>
          </a:p>
        </p:txBody>
      </p:sp>
      <p:sp>
        <p:nvSpPr>
          <p:cNvPr id="3" name="Subtitle 2"/>
          <p:cNvSpPr>
            <a:spLocks noGrp="1"/>
          </p:cNvSpPr>
          <p:nvPr>
            <p:ph type="subTitle" idx="1"/>
          </p:nvPr>
        </p:nvSpPr>
        <p:spPr/>
        <p:txBody>
          <a:bodyPr/>
          <a:lstStyle/>
          <a:p>
            <a:r>
              <a:t>Dale vida a tu primer personaje. Aprende a usar 'eventos' para que tu robot reaccione instantáneamente con una risa y una animación cuando le haces 'cosquillas' con un aplauso.</a:t>
            </a:r>
          </a:p>
        </p:txBody>
      </p:sp>
      <p:pic>
        <p:nvPicPr>
          <p:cNvPr id="4" name="Picture Placeholder 3" descr="src_14.1-ticklish-robot_14.1-el-robot-cosquilloso.png"/>
          <p:cNvPicPr>
            <a:picLocks noGrp="1" noChangeAspect="1"/>
          </p:cNvPicPr>
          <p:nvPr>
            <p:ph type="pic" idx="11" sz="quarter"/>
          </p:nvPr>
        </p:nvPicPr>
        <p:blipFill>
          <a:blip r:embed="rId3"/>
          <a:srcRect/>
          <a:stretch>
            <a:fillRect/>
          </a:stretch>
        </p:blipFill>
        <p:spPr>
          <a:xfrm>
            <a:off x="3684945" y="1797930"/>
            <a:ext cx="7745054" cy="4356592"/>
          </a:xfr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¿Qué haremos?</a:t>
            </a:r>
          </a:p>
        </p:txBody>
      </p:sp>
      <p:pic>
        <p:nvPicPr>
          <p:cNvPr id="3" name="14.1_ticklish_robot.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441138" y="1232015"/>
            <a:ext cx="9331959" cy="5249226"/>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El Problema de Preguntar Constantemente</a:t>
            </a:r>
          </a:p>
        </p:txBody>
      </p:sp>
      <p:pic>
        <p:nvPicPr>
          <p:cNvPr id="3" name="Picture Placeholder 2" descr="src_14.1-ticklish-robot_a-asking-repeatedly-problem.es.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700"/>
              <a:t>Hasta ahora, hemos usado un bucle `repetir para siempre` para leer nuestros sensores. Este método funciona, pero es como un niño en un viaje en coche que pregunta "¿ya llegamos?, ¿ya llegamos?, ¿ya llegamos?" cada segundo. El programa está constantemente trabajando y usando energía para preguntar al sensor si algo ha cambiado, incluso cuando no está pasando nada.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Una Forma Más Inteligente: ¡Los Eventos!</a:t>
            </a:r>
          </a:p>
        </p:txBody>
      </p:sp>
      <p:pic>
        <p:nvPicPr>
          <p:cNvPr id="3" name="Picture Placeholder 2" descr="src_14.1-ticklish-robot_b-events.es.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600"/>
              <a:t>La programación basada en </a:t>
            </a:r>
            <a:r>
              <a:rPr sz="1600" b="1"/>
              <a:t>eventos</a:t>
            </a:r>
            <a:r>
              <a:rPr sz="1600"/>
              <a:t> es mucho más eficiente. En lugar de que el programa pregunte sin parar, simplemente se suscribe a un sensor y le dice: "Avísame si algo interesante sucede". El programa puede entonces "dormir" o esperar en silencio.</a:t>
            </a:r>
          </a:p>
          <a:p>
            <a:r>
              <a:rPr sz="1600"/>
              <a:t>Cuando el sensor detecta algo importante (como un aplauso), envía una notificación, un </a:t>
            </a:r>
            <a:r>
              <a:rPr sz="1600" b="1"/>
              <a:t>evento</a:t>
            </a:r>
            <a:r>
              <a:rPr sz="1600"/>
              <a:t>, que despierta al programa y le dice: "¡Hey, es hora de actuar!".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Evento como Disparador (Trigger)</a:t>
            </a:r>
          </a:p>
        </p:txBody>
      </p:sp>
      <p:pic>
        <p:nvPicPr>
          <p:cNvPr id="3" name="Picture Placeholder 2" descr="src_14.1-ticklish-robot_c-events-as-triggers.es.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800"/>
              <a:t>En nuestro robot, el aplauso es el </a:t>
            </a:r>
            <a:r>
              <a:rPr sz="1800" b="1"/>
              <a:t>evento</a:t>
            </a:r>
            <a:r>
              <a:rPr sz="1800"/>
              <a:t>, este evento actúa como un </a:t>
            </a:r>
            <a:r>
              <a:rPr sz="1800" b="1"/>
              <a:t>disparador</a:t>
            </a:r>
            <a:r>
              <a:rPr sz="1800"/>
              <a:t>. No cambia el comportamiento del robot para siempre; simplemente "dispara" una secuencia de acciones que ya habíamos preparado: la animación de la risa. Una vez que la secuencia termina, el robot vuelve a su estado de espera silencioso, listo para el próximo "disparo".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Crear</a:t>
            </a:r>
          </a:p>
        </p:txBody>
      </p:sp>
      <p:sp>
        <p:nvSpPr>
          <p:cNvPr id="3" name="Text Placeholder 2"/>
          <p:cNvSpPr>
            <a:spLocks noGrp="1"/>
          </p:cNvSpPr>
          <p:nvPr>
            <p:ph type="body" idx="12" sz="quarter"/>
          </p:nvPr>
        </p:nvSpPr>
        <p:spPr/>
        <p:txBody>
          <a:bodyPr wrap="square">
            <a:normAutofit/>
          </a:bodyPr>
          <a:lstStyle/>
          <a:p>
            <a:r>
              <a:rPr sz="3000"/>
              <a:t>Presiona </a:t>
            </a:r>
            <a:r>
              <a:rPr sz="3000" b="1"/>
              <a:t>Añadir dispositivo</a:t>
            </a:r>
            <a:r>
              <a:rPr sz="3000"/>
              <a:t> y selecciona </a:t>
            </a:r>
            <a:r>
              <a:rPr sz="3000" b="1"/>
              <a:t>NivelRuido</a:t>
            </a:r>
            <a:r>
              <a:rPr sz="3000"/>
              <a:t> para detectar los aplausos.</a:t>
            </a:r>
          </a:p>
          <a:p>
            <a:r>
              <a:rPr sz="3000"/>
              <a:t>Añade el componente </a:t>
            </a:r>
            <a:r>
              <a:rPr sz="3000" b="1"/>
              <a:t>DibujoLED</a:t>
            </a:r>
            <a:r>
              <a:rPr sz="3000"/>
              <a:t> para mostrar la cara del robot.</a:t>
            </a:r>
          </a:p>
          <a:p>
            <a:r>
              <a:rPr sz="3000"/>
              <a:t>Finalmente, añade </a:t>
            </a:r>
            <a:r>
              <a:rPr sz="3000" b="1"/>
              <a:t>TecladoMusical</a:t>
            </a:r>
            <a:r>
              <a:rPr sz="3000"/>
              <a:t> para la risa.</a:t>
            </a:r>
          </a:p>
          <a:p>
            <a:r>
              <a:rPr sz="3000"/>
              <a:t>Recuerda que puedes escanear todos los códigos QR en el mismo celular.</a:t>
            </a:r>
          </a:p>
        </p:txBody>
      </p:sp>
      <p:sp>
        <p:nvSpPr>
          <p:cNvPr id="4" name="Chart Placeholder 3"/>
          <p:cNvSpPr>
            <a:spLocks noGrp="1"/>
          </p:cNvSpPr>
          <p:nvPr>
            <p:ph type="chart" idx="14" sz="quarter"/>
          </p:nvPr>
        </p:nvSpPr>
        <p:spPr/>
        <p:txBody>
          <a:bodyPr/>
          <a:p>
            <a:r>
              <a:rPr sz="1400"/>
              <a:t>Construyamos nuestro robot cosquilloso.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Composición del Código</a:t>
            </a:r>
          </a:p>
        </p:txBody>
      </p:sp>
      <p:pic>
        <p:nvPicPr>
          <p:cNvPr id="3" name="Picture Placeholder 2" descr="screenshot_4c64dc39225b8e9947eae4c866dd32c8.png"/>
          <p:cNvPicPr>
            <a:picLocks noGrp="1" noChangeAspect="1"/>
          </p:cNvPicPr>
          <p:nvPr>
            <p:ph type="pic" idx="11" sz="quarter"/>
          </p:nvPr>
        </p:nvPicPr>
        <p:blipFill>
          <a:blip r:embed="rId3"/>
          <a:srcRect/>
          <a:stretch>
            <a:fillRect/>
          </a:stretch>
        </p:blipFill>
        <p:spPr>
          <a:xfrm>
            <a:off x="1543467" y="2447348"/>
            <a:ext cx="5165686" cy="4072184"/>
          </a:xfrm>
        </p:spPr>
      </p:pic>
      <p:sp>
        <p:nvSpPr>
          <p:cNvPr id="4" name="Text Placeholder 3"/>
          <p:cNvSpPr>
            <a:spLocks noGrp="1"/>
          </p:cNvSpPr>
          <p:nvPr>
            <p:ph type="body" idx="12" sz="quarter"/>
          </p:nvPr>
        </p:nvSpPr>
        <p:spPr/>
        <p:txBody>
          <a:bodyPr wrap="square">
            <a:normAutofit/>
          </a:bodyPr>
          <a:lstStyle/>
          <a:p>
            <a:r>
              <a:rPr sz="1100"/>
              <a:t>Observa atentamente: ¡no hay un bucle `repetir para siempre` para la lógica principal! El bloque `Al iniciar` configura la cara estática del robot.</a:t>
            </a:r>
          </a:p>
        </p:txBody>
      </p:sp>
      <p:sp>
        <p:nvSpPr>
          <p:cNvPr id="5" name="Chart Placeholder 4"/>
          <p:cNvSpPr>
            <a:spLocks noGrp="1"/>
          </p:cNvSpPr>
          <p:nvPr>
            <p:ph type="chart" idx="14" sz="quarter"/>
          </p:nvPr>
        </p:nvSpPr>
        <p:spPr/>
        <p:txBody>
          <a:bodyPr/>
          <a:p>
            <a:r>
              <a:rPr u="sng">
                <a:solidFill>
                  <a:srgbClr val="0000FF"/>
                </a:solidFill>
                <a:hlinkClick r:id="rId4"/>
              </a:rPr>
              <a:t>Ver el programa completo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Reflexiona</a:t>
            </a:r>
          </a:p>
        </p:txBody>
      </p:sp>
      <p:sp>
        <p:nvSpPr>
          <p:cNvPr id="4" name="Content Placeholder 3"/>
          <p:cNvSpPr>
            <a:spLocks noGrp="1"/>
          </p:cNvSpPr>
          <p:nvPr>
            <p:ph idx="1"/>
          </p:nvPr>
        </p:nvSpPr>
        <p:spPr/>
        <p:txBody>
          <a:bodyPr wrap="square">
            <a:normAutofit/>
          </a:bodyPr>
          <a:lstStyle/>
          <a:p>
            <a:r>
              <a:rPr sz="2600"/>
              <a:t>Este programa se siente "reactivo": responde al instante. ¿Cuál es la diferencia principal entre usar un evento y usar un bucle infinito para verificar un sensor?</a:t>
            </a:r>
          </a:p>
          <a:p>
            <a:r>
              <a:rPr sz="2600"/>
              <a:t>El evento es el "disparador". ¿Cuál es la "secuencia de acciones" que se dispara en este proyecto?</a:t>
            </a:r>
          </a:p>
          <a:p>
            <a:r>
              <a:rPr sz="2600"/>
              <a:t>Si quisieras que la risa del robot fuera más larga, ¿qué número en el código cambiarías?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Desafío</a:t>
            </a:r>
          </a:p>
        </p:txBody>
      </p:sp>
      <p:pic>
        <p:nvPicPr>
          <p:cNvPr id="3" name="Picture Placeholder 2" descr="src_14.1-ticklish-robot_d-robot-personality.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2200"/>
              <a:t>¡Dale más personalidad a tu robot! Modifica la </a:t>
            </a:r>
            <a:r>
              <a:rPr sz="2200" b="1"/>
              <a:t>secuencia de acciones</a:t>
            </a:r>
            <a:r>
              <a:rPr sz="2200"/>
              <a:t> que ocurre cuando el robot detecta un aplauso.</a:t>
            </a:r>
          </a:p>
          <a:p>
            <a:r>
              <a:rPr sz="2200"/>
              <a:t/>
            </a:r>
            <a:r>
              <a:rPr sz="2200" b="1"/>
              <a:t>Pista:</a:t>
            </a:r>
            <a:r>
              <a:rPr sz="2200"/>
              <a:t> puedes cambiar cuántas veces se mueve la boca, cuánto dura la risa o el orden de las acciones.</a:t>
            </a:r>
          </a:p>
        </p:txBody>
      </p:sp>
    </p:spTree>
  </p:cSld>
  <p:clrMapOvr>
    <a:masterClrMapping/>
  </p:clrMapOvr>
</p:sld>
</file>

<file path=ppt/theme/theme1.xml><?xml version="1.0" encoding="utf-8"?>
<a:theme xmlns:a="http://schemas.openxmlformats.org/drawingml/2006/main" name="Office Theme">
  <a:themeElements>
    <a:clrScheme name="Custom 2">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FFFFF"/>
      </a:hlink>
      <a:folHlink>
        <a:srgbClr val="FFFF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229</TotalTime>
  <Words>58</Words>
  <Application>Microsoft Office PowerPoint</Application>
  <PresentationFormat>Widescreen</PresentationFormat>
  <Paragraphs>11</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Segoe UI</vt:lpstr>
      <vt:lpstr>Segoe UI Black</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Alessio Bellino</dc:creator>
  <cp:lastModifiedBy>Alessio Bellino</cp:lastModifiedBy>
  <cp:revision>41</cp:revision>
  <dcterms:created xsi:type="dcterms:W3CDTF">2025-08-23T17:03:52Z</dcterms:created>
  <dcterms:modified xsi:type="dcterms:W3CDTF">2025-09-03T15:49:53Z</dcterms:modified>
</cp:coreProperties>
</file>